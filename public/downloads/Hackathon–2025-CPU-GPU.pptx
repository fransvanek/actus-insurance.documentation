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3.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4.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1" r:id="rId1"/>
    <p:sldMasterId id="2147483663" r:id="rId2"/>
    <p:sldMasterId id="2147483676" r:id="rId3"/>
    <p:sldMasterId id="2147483683" r:id="rId4"/>
    <p:sldMasterId id="2147483689" r:id="rId5"/>
  </p:sldMasterIdLst>
  <p:notesMasterIdLst>
    <p:notesMasterId r:id="rId19"/>
  </p:notesMasterIdLst>
  <p:sldIdLst>
    <p:sldId id="256" r:id="rId6"/>
    <p:sldId id="270" r:id="rId7"/>
    <p:sldId id="276" r:id="rId8"/>
    <p:sldId id="271" r:id="rId9"/>
    <p:sldId id="284" r:id="rId10"/>
    <p:sldId id="278" r:id="rId11"/>
    <p:sldId id="273" r:id="rId12"/>
    <p:sldId id="285" r:id="rId13"/>
    <p:sldId id="274" r:id="rId14"/>
    <p:sldId id="272" r:id="rId15"/>
    <p:sldId id="275" r:id="rId16"/>
    <p:sldId id="268" r:id="rId17"/>
    <p:sldId id="269"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122F8C-63AA-49ED-B59A-7677D22DBBE0}" v="16" dt="2026-03-09T19:55:37.2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0413" autoAdjust="0"/>
    <p:restoredTop sz="94660"/>
  </p:normalViewPr>
  <p:slideViewPr>
    <p:cSldViewPr snapToGrid="0">
      <p:cViewPr varScale="1">
        <p:scale>
          <a:sx n="188" d="100"/>
          <a:sy n="188" d="100"/>
        </p:scale>
        <p:origin x="3552" y="3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microsoft.com/office/2016/11/relationships/changesInfo" Target="changesInfos/changesInfo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ans van Ek" userId="b59dc2308d1d8d79" providerId="LiveId" clId="{C5BB8E73-63A9-494B-80B6-48A99FEF0CAE}"/>
    <pc:docChg chg="undo custSel modSld sldOrd">
      <pc:chgData name="Frans van Ek" userId="b59dc2308d1d8d79" providerId="LiveId" clId="{C5BB8E73-63A9-494B-80B6-48A99FEF0CAE}" dt="2026-03-09T19:59:43.205" v="118" actId="729"/>
      <pc:docMkLst>
        <pc:docMk/>
      </pc:docMkLst>
      <pc:sldChg chg="modSp mod">
        <pc:chgData name="Frans van Ek" userId="b59dc2308d1d8d79" providerId="LiveId" clId="{C5BB8E73-63A9-494B-80B6-48A99FEF0CAE}" dt="2026-03-09T19:56:39.048" v="85" actId="20577"/>
        <pc:sldMkLst>
          <pc:docMk/>
          <pc:sldMk cId="2133007951" sldId="256"/>
        </pc:sldMkLst>
        <pc:spChg chg="mod">
          <ac:chgData name="Frans van Ek" userId="b59dc2308d1d8d79" providerId="LiveId" clId="{C5BB8E73-63A9-494B-80B6-48A99FEF0CAE}" dt="2026-03-09T19:56:39.048" v="85" actId="20577"/>
          <ac:spMkLst>
            <pc:docMk/>
            <pc:sldMk cId="2133007951" sldId="256"/>
            <ac:spMk id="2" creationId="{7B0DBA6A-C036-4625-8649-4B818A74FDA3}"/>
          </ac:spMkLst>
        </pc:spChg>
      </pc:sldChg>
      <pc:sldChg chg="mod modShow">
        <pc:chgData name="Frans van Ek" userId="b59dc2308d1d8d79" providerId="LiveId" clId="{C5BB8E73-63A9-494B-80B6-48A99FEF0CAE}" dt="2026-03-09T19:59:43.205" v="118" actId="729"/>
        <pc:sldMkLst>
          <pc:docMk/>
          <pc:sldMk cId="604717835" sldId="268"/>
        </pc:sldMkLst>
      </pc:sldChg>
      <pc:sldChg chg="ord">
        <pc:chgData name="Frans van Ek" userId="b59dc2308d1d8d79" providerId="LiveId" clId="{C5BB8E73-63A9-494B-80B6-48A99FEF0CAE}" dt="2026-03-09T19:59:04.409" v="117"/>
        <pc:sldMkLst>
          <pc:docMk/>
          <pc:sldMk cId="2257245227" sldId="271"/>
        </pc:sldMkLst>
      </pc:sldChg>
      <pc:sldChg chg="mod modShow">
        <pc:chgData name="Frans van Ek" userId="b59dc2308d1d8d79" providerId="LiveId" clId="{C5BB8E73-63A9-494B-80B6-48A99FEF0CAE}" dt="2026-03-09T19:59:43.205" v="118" actId="729"/>
        <pc:sldMkLst>
          <pc:docMk/>
          <pc:sldMk cId="3273106449" sldId="272"/>
        </pc:sldMkLst>
      </pc:sldChg>
      <pc:sldChg chg="mod modShow">
        <pc:chgData name="Frans van Ek" userId="b59dc2308d1d8d79" providerId="LiveId" clId="{C5BB8E73-63A9-494B-80B6-48A99FEF0CAE}" dt="2026-03-09T19:59:43.205" v="118" actId="729"/>
        <pc:sldMkLst>
          <pc:docMk/>
          <pc:sldMk cId="3589548085" sldId="274"/>
        </pc:sldMkLst>
      </pc:sldChg>
      <pc:sldChg chg="mod modShow">
        <pc:chgData name="Frans van Ek" userId="b59dc2308d1d8d79" providerId="LiveId" clId="{C5BB8E73-63A9-494B-80B6-48A99FEF0CAE}" dt="2026-03-09T19:59:43.205" v="118" actId="729"/>
        <pc:sldMkLst>
          <pc:docMk/>
          <pc:sldMk cId="477230018" sldId="275"/>
        </pc:sldMkLst>
      </pc:sldChg>
      <pc:sldChg chg="modSp mod">
        <pc:chgData name="Frans van Ek" userId="b59dc2308d1d8d79" providerId="LiveId" clId="{C5BB8E73-63A9-494B-80B6-48A99FEF0CAE}" dt="2026-03-09T19:58:51.777" v="115" actId="313"/>
        <pc:sldMkLst>
          <pc:docMk/>
          <pc:sldMk cId="1198592637" sldId="278"/>
        </pc:sldMkLst>
        <pc:spChg chg="mod">
          <ac:chgData name="Frans van Ek" userId="b59dc2308d1d8d79" providerId="LiveId" clId="{C5BB8E73-63A9-494B-80B6-48A99FEF0CAE}" dt="2026-03-09T19:57:00.980" v="86" actId="20577"/>
          <ac:spMkLst>
            <pc:docMk/>
            <pc:sldMk cId="1198592637" sldId="278"/>
            <ac:spMk id="8" creationId="{A747C7D7-477D-1A2F-A601-68D9CAB92875}"/>
          </ac:spMkLst>
        </pc:spChg>
        <pc:spChg chg="mod">
          <ac:chgData name="Frans van Ek" userId="b59dc2308d1d8d79" providerId="LiveId" clId="{C5BB8E73-63A9-494B-80B6-48A99FEF0CAE}" dt="2026-03-09T19:58:51.777" v="115" actId="313"/>
          <ac:spMkLst>
            <pc:docMk/>
            <pc:sldMk cId="1198592637" sldId="278"/>
            <ac:spMk id="19" creationId="{FBFE2B09-DEA4-ED70-2D82-D920C27956D6}"/>
          </ac:spMkLst>
        </pc:spChg>
        <pc:spChg chg="mod">
          <ac:chgData name="Frans van Ek" userId="b59dc2308d1d8d79" providerId="LiveId" clId="{C5BB8E73-63A9-494B-80B6-48A99FEF0CAE}" dt="2026-03-09T19:57:42.349" v="98" actId="20577"/>
          <ac:spMkLst>
            <pc:docMk/>
            <pc:sldMk cId="1198592637" sldId="278"/>
            <ac:spMk id="25" creationId="{16C58CBB-E7CC-B0F2-4A35-9D5EE2FC521E}"/>
          </ac:spMkLst>
        </pc:spChg>
        <pc:spChg chg="mod">
          <ac:chgData name="Frans van Ek" userId="b59dc2308d1d8d79" providerId="LiveId" clId="{C5BB8E73-63A9-494B-80B6-48A99FEF0CAE}" dt="2026-03-09T19:58:49.908" v="114" actId="313"/>
          <ac:spMkLst>
            <pc:docMk/>
            <pc:sldMk cId="1198592637" sldId="278"/>
            <ac:spMk id="31" creationId="{55419DDD-611D-50AF-570C-5708A14D0422}"/>
          </ac:spMkLst>
        </pc:spChg>
        <pc:spChg chg="mod">
          <ac:chgData name="Frans van Ek" userId="b59dc2308d1d8d79" providerId="LiveId" clId="{C5BB8E73-63A9-494B-80B6-48A99FEF0CAE}" dt="2026-03-09T19:57:15.687" v="89" actId="20577"/>
          <ac:spMkLst>
            <pc:docMk/>
            <pc:sldMk cId="1198592637" sldId="278"/>
            <ac:spMk id="34" creationId="{32D872B8-8E3D-4605-665D-4756A56C32E5}"/>
          </ac:spMkLst>
        </pc:spChg>
      </pc:sldChg>
      <pc:sldChg chg="addSp delSp modSp mod">
        <pc:chgData name="Frans van Ek" userId="b59dc2308d1d8d79" providerId="LiveId" clId="{C5BB8E73-63A9-494B-80B6-48A99FEF0CAE}" dt="2026-03-09T19:56:00.118" v="23" actId="20577"/>
        <pc:sldMkLst>
          <pc:docMk/>
          <pc:sldMk cId="3800296334" sldId="284"/>
        </pc:sldMkLst>
        <pc:spChg chg="mod">
          <ac:chgData name="Frans van Ek" userId="b59dc2308d1d8d79" providerId="LiveId" clId="{C5BB8E73-63A9-494B-80B6-48A99FEF0CAE}" dt="2026-03-09T19:56:00.118" v="23" actId="20577"/>
          <ac:spMkLst>
            <pc:docMk/>
            <pc:sldMk cId="3800296334" sldId="284"/>
            <ac:spMk id="2" creationId="{91626272-9331-4754-03FD-D3ECE7B28BCC}"/>
          </ac:spMkLst>
        </pc:spChg>
        <pc:spChg chg="mod">
          <ac:chgData name="Frans van Ek" userId="b59dc2308d1d8d79" providerId="LiveId" clId="{C5BB8E73-63A9-494B-80B6-48A99FEF0CAE}" dt="2026-03-09T19:55:37.235" v="12" actId="11530"/>
          <ac:spMkLst>
            <pc:docMk/>
            <pc:sldMk cId="3800296334" sldId="284"/>
            <ac:spMk id="200" creationId="{00000000-0000-0000-0000-000000000000}"/>
          </ac:spMkLst>
        </pc:spChg>
        <pc:spChg chg="add del">
          <ac:chgData name="Frans van Ek" userId="b59dc2308d1d8d79" providerId="LiveId" clId="{C5BB8E73-63A9-494B-80B6-48A99FEF0CAE}" dt="2026-03-09T19:55:27.975" v="11" actId="478"/>
          <ac:spMkLst>
            <pc:docMk/>
            <pc:sldMk cId="3800296334" sldId="284"/>
            <ac:spMk id="201" creationId="{00000000-0000-0000-0000-000000000000}"/>
          </ac:spMkLst>
        </pc:spChg>
        <pc:spChg chg="mod">
          <ac:chgData name="Frans van Ek" userId="b59dc2308d1d8d79" providerId="LiveId" clId="{C5BB8E73-63A9-494B-80B6-48A99FEF0CAE}" dt="2026-03-09T19:54:43.601" v="4" actId="11530"/>
          <ac:spMkLst>
            <pc:docMk/>
            <pc:sldMk cId="3800296334" sldId="284"/>
            <ac:spMk id="209" creationId="{00000000-0000-0000-0000-000000000000}"/>
          </ac:spMkLst>
        </pc:spChg>
        <pc:spChg chg="mod">
          <ac:chgData name="Frans van Ek" userId="b59dc2308d1d8d79" providerId="LiveId" clId="{C5BB8E73-63A9-494B-80B6-48A99FEF0CAE}" dt="2026-03-09T19:54:43.601" v="4" actId="11530"/>
          <ac:spMkLst>
            <pc:docMk/>
            <pc:sldMk cId="3800296334" sldId="284"/>
            <ac:spMk id="213" creationId="{00000000-0000-0000-0000-000000000000}"/>
          </ac:spMkLst>
        </pc:spChg>
        <pc:spChg chg="mod">
          <ac:chgData name="Frans van Ek" userId="b59dc2308d1d8d79" providerId="LiveId" clId="{C5BB8E73-63A9-494B-80B6-48A99FEF0CAE}" dt="2026-03-09T19:54:43.601" v="4" actId="11530"/>
          <ac:spMkLst>
            <pc:docMk/>
            <pc:sldMk cId="3800296334" sldId="284"/>
            <ac:spMk id="214" creationId="{00000000-0000-0000-0000-000000000000}"/>
          </ac:spMkLst>
        </pc:spChg>
        <pc:spChg chg="mod">
          <ac:chgData name="Frans van Ek" userId="b59dc2308d1d8d79" providerId="LiveId" clId="{C5BB8E73-63A9-494B-80B6-48A99FEF0CAE}" dt="2026-03-09T19:54:43.601" v="4" actId="11530"/>
          <ac:spMkLst>
            <pc:docMk/>
            <pc:sldMk cId="3800296334" sldId="284"/>
            <ac:spMk id="216" creationId="{00000000-0000-0000-0000-000000000000}"/>
          </ac:spMkLst>
        </pc:spChg>
        <pc:spChg chg="mod">
          <ac:chgData name="Frans van Ek" userId="b59dc2308d1d8d79" providerId="LiveId" clId="{C5BB8E73-63A9-494B-80B6-48A99FEF0CAE}" dt="2026-03-09T19:54:43.601" v="4" actId="11530"/>
          <ac:spMkLst>
            <pc:docMk/>
            <pc:sldMk cId="3800296334" sldId="284"/>
            <ac:spMk id="219" creationId="{00000000-0000-0000-0000-000000000000}"/>
          </ac:spMkLst>
        </pc:spChg>
        <pc:spChg chg="mod">
          <ac:chgData name="Frans van Ek" userId="b59dc2308d1d8d79" providerId="LiveId" clId="{C5BB8E73-63A9-494B-80B6-48A99FEF0CAE}" dt="2026-03-09T19:54:43.601" v="4" actId="11530"/>
          <ac:spMkLst>
            <pc:docMk/>
            <pc:sldMk cId="3800296334" sldId="284"/>
            <ac:spMk id="222" creationId="{00000000-0000-0000-0000-000000000000}"/>
          </ac:spMkLst>
        </pc:spChg>
        <pc:spChg chg="mod">
          <ac:chgData name="Frans van Ek" userId="b59dc2308d1d8d79" providerId="LiveId" clId="{C5BB8E73-63A9-494B-80B6-48A99FEF0CAE}" dt="2026-03-09T19:54:43.601" v="4" actId="11530"/>
          <ac:spMkLst>
            <pc:docMk/>
            <pc:sldMk cId="3800296334" sldId="284"/>
            <ac:spMk id="225" creationId="{00000000-0000-0000-0000-000000000000}"/>
          </ac:spMkLst>
        </pc:spChg>
        <pc:spChg chg="mod">
          <ac:chgData name="Frans van Ek" userId="b59dc2308d1d8d79" providerId="LiveId" clId="{C5BB8E73-63A9-494B-80B6-48A99FEF0CAE}" dt="2026-03-09T19:54:43.601" v="4" actId="11530"/>
          <ac:spMkLst>
            <pc:docMk/>
            <pc:sldMk cId="3800296334" sldId="284"/>
            <ac:spMk id="226" creationId="{00000000-0000-0000-0000-000000000000}"/>
          </ac:spMkLst>
        </pc:spChg>
        <pc:spChg chg="mod">
          <ac:chgData name="Frans van Ek" userId="b59dc2308d1d8d79" providerId="LiveId" clId="{C5BB8E73-63A9-494B-80B6-48A99FEF0CAE}" dt="2026-03-09T19:54:43.601" v="4" actId="11530"/>
          <ac:spMkLst>
            <pc:docMk/>
            <pc:sldMk cId="3800296334" sldId="284"/>
            <ac:spMk id="227" creationId="{00000000-0000-0000-0000-000000000000}"/>
          </ac:spMkLst>
        </pc:spChg>
        <pc:spChg chg="mod">
          <ac:chgData name="Frans van Ek" userId="b59dc2308d1d8d79" providerId="LiveId" clId="{C5BB8E73-63A9-494B-80B6-48A99FEF0CAE}" dt="2026-03-09T19:54:43.601" v="4" actId="11530"/>
          <ac:spMkLst>
            <pc:docMk/>
            <pc:sldMk cId="3800296334" sldId="284"/>
            <ac:spMk id="228" creationId="{00000000-0000-0000-0000-000000000000}"/>
          </ac:spMkLst>
        </pc:spChg>
        <pc:spChg chg="mod">
          <ac:chgData name="Frans van Ek" userId="b59dc2308d1d8d79" providerId="LiveId" clId="{C5BB8E73-63A9-494B-80B6-48A99FEF0CAE}" dt="2026-03-09T19:55:37.235" v="12" actId="11530"/>
          <ac:spMkLst>
            <pc:docMk/>
            <pc:sldMk cId="3800296334" sldId="284"/>
            <ac:spMk id="229" creationId="{00000000-0000-0000-0000-000000000000}"/>
          </ac:spMkLst>
        </pc:spChg>
        <pc:spChg chg="add del">
          <ac:chgData name="Frans van Ek" userId="b59dc2308d1d8d79" providerId="LiveId" clId="{C5BB8E73-63A9-494B-80B6-48A99FEF0CAE}" dt="2026-03-09T19:55:27.278" v="10" actId="478"/>
          <ac:spMkLst>
            <pc:docMk/>
            <pc:sldMk cId="3800296334" sldId="284"/>
            <ac:spMk id="230" creationId="{00000000-0000-0000-0000-000000000000}"/>
          </ac:spMkLst>
        </pc:spChg>
        <pc:spChg chg="mod">
          <ac:chgData name="Frans van Ek" userId="b59dc2308d1d8d79" providerId="LiveId" clId="{C5BB8E73-63A9-494B-80B6-48A99FEF0CAE}" dt="2026-03-09T19:55:10.452" v="7" actId="404"/>
          <ac:spMkLst>
            <pc:docMk/>
            <pc:sldMk cId="3800296334" sldId="284"/>
            <ac:spMk id="236" creationId="{00000000-0000-0000-0000-000000000000}"/>
          </ac:spMkLst>
        </pc:spChg>
        <pc:spChg chg="mod">
          <ac:chgData name="Frans van Ek" userId="b59dc2308d1d8d79" providerId="LiveId" clId="{C5BB8E73-63A9-494B-80B6-48A99FEF0CAE}" dt="2026-03-09T19:55:10.452" v="7" actId="404"/>
          <ac:spMkLst>
            <pc:docMk/>
            <pc:sldMk cId="3800296334" sldId="284"/>
            <ac:spMk id="237" creationId="{00000000-0000-0000-0000-000000000000}"/>
          </ac:spMkLst>
        </pc:spChg>
        <pc:spChg chg="mod">
          <ac:chgData name="Frans van Ek" userId="b59dc2308d1d8d79" providerId="LiveId" clId="{C5BB8E73-63A9-494B-80B6-48A99FEF0CAE}" dt="2026-03-09T19:55:10.452" v="7" actId="404"/>
          <ac:spMkLst>
            <pc:docMk/>
            <pc:sldMk cId="3800296334" sldId="284"/>
            <ac:spMk id="239" creationId="{00000000-0000-0000-0000-000000000000}"/>
          </ac:spMkLst>
        </pc:spChg>
        <pc:spChg chg="mod">
          <ac:chgData name="Frans van Ek" userId="b59dc2308d1d8d79" providerId="LiveId" clId="{C5BB8E73-63A9-494B-80B6-48A99FEF0CAE}" dt="2026-03-09T19:55:10.452" v="7" actId="404"/>
          <ac:spMkLst>
            <pc:docMk/>
            <pc:sldMk cId="3800296334" sldId="284"/>
            <ac:spMk id="242" creationId="{00000000-0000-0000-0000-000000000000}"/>
          </ac:spMkLst>
        </pc:spChg>
        <pc:spChg chg="mod">
          <ac:chgData name="Frans van Ek" userId="b59dc2308d1d8d79" providerId="LiveId" clId="{C5BB8E73-63A9-494B-80B6-48A99FEF0CAE}" dt="2026-03-09T19:55:10.452" v="7" actId="404"/>
          <ac:spMkLst>
            <pc:docMk/>
            <pc:sldMk cId="3800296334" sldId="284"/>
            <ac:spMk id="243" creationId="{00000000-0000-0000-0000-000000000000}"/>
          </ac:spMkLst>
        </pc:spChg>
        <pc:spChg chg="mod">
          <ac:chgData name="Frans van Ek" userId="b59dc2308d1d8d79" providerId="LiveId" clId="{C5BB8E73-63A9-494B-80B6-48A99FEF0CAE}" dt="2026-03-09T19:55:10.452" v="7" actId="404"/>
          <ac:spMkLst>
            <pc:docMk/>
            <pc:sldMk cId="3800296334" sldId="284"/>
            <ac:spMk id="245" creationId="{00000000-0000-0000-0000-000000000000}"/>
          </ac:spMkLst>
        </pc:spChg>
        <pc:spChg chg="mod">
          <ac:chgData name="Frans van Ek" userId="b59dc2308d1d8d79" providerId="LiveId" clId="{C5BB8E73-63A9-494B-80B6-48A99FEF0CAE}" dt="2026-03-09T19:55:10.452" v="7" actId="404"/>
          <ac:spMkLst>
            <pc:docMk/>
            <pc:sldMk cId="3800296334" sldId="284"/>
            <ac:spMk id="248" creationId="{00000000-0000-0000-0000-000000000000}"/>
          </ac:spMkLst>
        </pc:spChg>
        <pc:spChg chg="mod">
          <ac:chgData name="Frans van Ek" userId="b59dc2308d1d8d79" providerId="LiveId" clId="{C5BB8E73-63A9-494B-80B6-48A99FEF0CAE}" dt="2026-03-09T19:55:10.452" v="7" actId="404"/>
          <ac:spMkLst>
            <pc:docMk/>
            <pc:sldMk cId="3800296334" sldId="284"/>
            <ac:spMk id="254" creationId="{00000000-0000-0000-0000-000000000000}"/>
          </ac:spMkLst>
        </pc:spChg>
        <pc:spChg chg="mod">
          <ac:chgData name="Frans van Ek" userId="b59dc2308d1d8d79" providerId="LiveId" clId="{C5BB8E73-63A9-494B-80B6-48A99FEF0CAE}" dt="2026-03-09T19:55:10.452" v="7" actId="404"/>
          <ac:spMkLst>
            <pc:docMk/>
            <pc:sldMk cId="3800296334" sldId="284"/>
            <ac:spMk id="255" creationId="{00000000-0000-0000-0000-000000000000}"/>
          </ac:spMkLst>
        </pc:spChg>
        <pc:spChg chg="mod">
          <ac:chgData name="Frans van Ek" userId="b59dc2308d1d8d79" providerId="LiveId" clId="{C5BB8E73-63A9-494B-80B6-48A99FEF0CAE}" dt="2026-03-09T19:55:10.452" v="7" actId="404"/>
          <ac:spMkLst>
            <pc:docMk/>
            <pc:sldMk cId="3800296334" sldId="284"/>
            <ac:spMk id="257" creationId="{00000000-0000-0000-0000-000000000000}"/>
          </ac:spMkLst>
        </pc:spChg>
        <pc:spChg chg="del">
          <ac:chgData name="Frans van Ek" userId="b59dc2308d1d8d79" providerId="LiveId" clId="{C5BB8E73-63A9-494B-80B6-48A99FEF0CAE}" dt="2026-03-09T19:55:46.378" v="13" actId="478"/>
          <ac:spMkLst>
            <pc:docMk/>
            <pc:sldMk cId="3800296334" sldId="284"/>
            <ac:spMk id="258" creationId="{00000000-0000-0000-0000-000000000000}"/>
          </ac:spMkLst>
        </pc:spChg>
      </pc:sldChg>
      <pc:sldChg chg="mod modShow">
        <pc:chgData name="Frans van Ek" userId="b59dc2308d1d8d79" providerId="LiveId" clId="{C5BB8E73-63A9-494B-80B6-48A99FEF0CAE}" dt="2026-03-09T19:59:43.205" v="118" actId="729"/>
        <pc:sldMkLst>
          <pc:docMk/>
          <pc:sldMk cId="3999920434" sldId="285"/>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nl-NL"/>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CPU (ms)</c:v>
                </c:pt>
              </c:strCache>
            </c:strRef>
          </c:tx>
          <c:spPr>
            <a:ln w="19050" cap="rnd" cmpd="sng" algn="ctr">
              <a:solidFill>
                <a:schemeClr val="accent1"/>
              </a:solidFill>
              <a:prstDash val="solid"/>
              <a:round/>
            </a:ln>
            <a:effectLst/>
          </c:spPr>
          <c:marker>
            <c:symbol val="circle"/>
            <c:size val="6"/>
            <c:spPr>
              <a:solidFill>
                <a:schemeClr val="accent1"/>
              </a:solidFill>
              <a:ln w="6350" cap="flat" cmpd="sng" algn="ctr">
                <a:solidFill>
                  <a:schemeClr val="accent1"/>
                </a:solidFill>
                <a:prstDash val="solid"/>
                <a:round/>
              </a:ln>
              <a:effectLst/>
            </c:spPr>
          </c:marker>
          <c:cat>
            <c:strRef>
              <c:f>Sheet1!$A$2:$A$5</c:f>
              <c:strCache>
                <c:ptCount val="4"/>
                <c:pt idx="0">
                  <c:v>1K</c:v>
                </c:pt>
                <c:pt idx="1">
                  <c:v>10K</c:v>
                </c:pt>
                <c:pt idx="2">
                  <c:v>100K</c:v>
                </c:pt>
                <c:pt idx="3">
                  <c:v>1M</c:v>
                </c:pt>
              </c:strCache>
            </c:strRef>
          </c:cat>
          <c:val>
            <c:numRef>
              <c:f>Sheet1!$B$2:$B$5</c:f>
              <c:numCache>
                <c:formatCode>General</c:formatCode>
                <c:ptCount val="4"/>
                <c:pt idx="0">
                  <c:v>8</c:v>
                </c:pt>
                <c:pt idx="1">
                  <c:v>80</c:v>
                </c:pt>
                <c:pt idx="2">
                  <c:v>800</c:v>
                </c:pt>
                <c:pt idx="3">
                  <c:v>8000</c:v>
                </c:pt>
              </c:numCache>
            </c:numRef>
          </c:val>
          <c:smooth val="1"/>
          <c:extLst>
            <c:ext xmlns:c16="http://schemas.microsoft.com/office/drawing/2014/chart" uri="{C3380CC4-5D6E-409C-BE32-E72D297353CC}">
              <c16:uniqueId val="{00000000-2617-4053-98D5-90E86D69CAC6}"/>
            </c:ext>
          </c:extLst>
        </c:ser>
        <c:ser>
          <c:idx val="1"/>
          <c:order val="1"/>
          <c:tx>
            <c:strRef>
              <c:f>Sheet1!$C$1</c:f>
              <c:strCache>
                <c:ptCount val="1"/>
                <c:pt idx="0">
                  <c:v>GPU (ms)</c:v>
                </c:pt>
              </c:strCache>
            </c:strRef>
          </c:tx>
          <c:spPr>
            <a:ln w="19050" cap="rnd" cmpd="sng" algn="ctr">
              <a:solidFill>
                <a:schemeClr val="accent2"/>
              </a:solidFill>
              <a:prstDash val="solid"/>
              <a:round/>
            </a:ln>
            <a:effectLst/>
          </c:spPr>
          <c:marker>
            <c:symbol val="circle"/>
            <c:size val="6"/>
            <c:spPr>
              <a:solidFill>
                <a:schemeClr val="accent2"/>
              </a:solidFill>
              <a:ln w="6350" cap="flat" cmpd="sng" algn="ctr">
                <a:solidFill>
                  <a:schemeClr val="accent2"/>
                </a:solidFill>
                <a:prstDash val="solid"/>
                <a:round/>
              </a:ln>
              <a:effectLst/>
            </c:spPr>
          </c:marker>
          <c:cat>
            <c:strRef>
              <c:f>Sheet1!$A$2:$A$5</c:f>
              <c:strCache>
                <c:ptCount val="4"/>
                <c:pt idx="0">
                  <c:v>1K</c:v>
                </c:pt>
                <c:pt idx="1">
                  <c:v>10K</c:v>
                </c:pt>
                <c:pt idx="2">
                  <c:v>100K</c:v>
                </c:pt>
                <c:pt idx="3">
                  <c:v>1M</c:v>
                </c:pt>
              </c:strCache>
            </c:strRef>
          </c:cat>
          <c:val>
            <c:numRef>
              <c:f>Sheet1!$C$2:$C$5</c:f>
              <c:numCache>
                <c:formatCode>General</c:formatCode>
                <c:ptCount val="4"/>
                <c:pt idx="0">
                  <c:v>42</c:v>
                </c:pt>
                <c:pt idx="1">
                  <c:v>44</c:v>
                </c:pt>
                <c:pt idx="2">
                  <c:v>48</c:v>
                </c:pt>
                <c:pt idx="3">
                  <c:v>65</c:v>
                </c:pt>
              </c:numCache>
            </c:numRef>
          </c:val>
          <c:smooth val="1"/>
          <c:extLst>
            <c:ext xmlns:c16="http://schemas.microsoft.com/office/drawing/2014/chart" uri="{C3380CC4-5D6E-409C-BE32-E72D297353CC}">
              <c16:uniqueId val="{00000001-2617-4053-98D5-90E86D69CAC6}"/>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noFill/>
          <a:ln w="12700" cap="flat" cmpd="sng" algn="ctr">
            <a:solidFill>
              <a:srgbClr val="888888"/>
            </a:solidFill>
            <a:prstDash val="solid"/>
            <a:round/>
          </a:ln>
          <a:effectLst/>
        </c:spPr>
        <c:txPr>
          <a:bodyPr rot="-60000000" spcFirstLastPara="1" vertOverflow="ellipsis" vert="horz" wrap="square" anchor="ctr" anchorCtr="1"/>
          <a:lstStyle/>
          <a:p>
            <a:pPr>
              <a:defRPr sz="1000" b="0" i="0" u="none" strike="noStrike" kern="1200" baseline="0">
                <a:solidFill>
                  <a:srgbClr val="7A8B96"/>
                </a:solidFill>
                <a:latin typeface="Arial"/>
                <a:ea typeface="+mn-ea"/>
                <a:cs typeface="+mn-cs"/>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cmpd="sng" algn="ctr">
              <a:solidFill>
                <a:srgbClr val="E0D8CE"/>
              </a:solidFill>
              <a:prstDash val="solid"/>
              <a:round/>
            </a:ln>
            <a:effectLst/>
          </c:spPr>
        </c:majorGridlines>
        <c:numFmt formatCode="General" sourceLinked="0"/>
        <c:majorTickMark val="out"/>
        <c:minorTickMark val="none"/>
        <c:tickLblPos val="nextTo"/>
        <c:spPr>
          <a:noFill/>
          <a:ln w="12700" cap="flat" cmpd="sng" algn="ctr">
            <a:solidFill>
              <a:srgbClr val="888888"/>
            </a:solidFill>
            <a:prstDash val="solid"/>
            <a:round/>
          </a:ln>
          <a:effectLst/>
        </c:spPr>
        <c:txPr>
          <a:bodyPr rot="-60000000" spcFirstLastPara="1" vertOverflow="ellipsis" vert="horz" wrap="square" anchor="ctr" anchorCtr="1"/>
          <a:lstStyle/>
          <a:p>
            <a:pPr>
              <a:defRPr sz="1000" b="0" i="0" u="none" strike="noStrike" kern="1200" baseline="0">
                <a:solidFill>
                  <a:srgbClr val="7A8B96"/>
                </a:solidFill>
                <a:latin typeface="+mn-lt"/>
                <a:ea typeface="+mn-ea"/>
                <a:cs typeface="+mn-cs"/>
              </a:defRPr>
            </a:pPr>
            <a:endParaRPr lang="en-US"/>
          </a:p>
        </c:txPr>
        <c:crossAx val="209473455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NL"/>
        </a:p>
      </c:txPr>
    </c:legend>
    <c:plotVisOnly val="1"/>
    <c:dispBlanksAs val="span"/>
    <c:showDLblsOverMax val="1"/>
  </c:chart>
  <c:spPr>
    <a:solidFill>
      <a:srgbClr val="FFFFFF"/>
    </a:solidFill>
    <a:ln w="6350" cap="flat" cmpd="sng" algn="ctr">
      <a:noFill/>
      <a:prstDash val="solid"/>
      <a:miter lim="800000"/>
    </a:ln>
    <a:effectLst/>
  </c:spPr>
  <c:txPr>
    <a:bodyPr/>
    <a:lstStyle/>
    <a:p>
      <a:pPr>
        <a:defRPr/>
      </a:pPr>
      <a:endParaRPr lang="en-N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nl-NL"/>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CPU (ms)</c:v>
                </c:pt>
              </c:strCache>
            </c:strRef>
          </c:tx>
          <c:spPr>
            <a:ln w="19050" cap="rnd" cmpd="sng" algn="ctr">
              <a:solidFill>
                <a:schemeClr val="accent1"/>
              </a:solidFill>
              <a:prstDash val="solid"/>
              <a:round/>
            </a:ln>
            <a:effectLst/>
          </c:spPr>
          <c:marker>
            <c:symbol val="circle"/>
            <c:size val="6"/>
            <c:spPr>
              <a:solidFill>
                <a:schemeClr val="accent1"/>
              </a:solidFill>
              <a:ln w="6350" cap="flat" cmpd="sng" algn="ctr">
                <a:solidFill>
                  <a:schemeClr val="accent1"/>
                </a:solidFill>
                <a:prstDash val="solid"/>
                <a:round/>
              </a:ln>
              <a:effectLst/>
            </c:spPr>
          </c:marker>
          <c:cat>
            <c:strRef>
              <c:f>Sheet1!$A$2:$A$5</c:f>
              <c:strCache>
                <c:ptCount val="4"/>
                <c:pt idx="0">
                  <c:v>1K</c:v>
                </c:pt>
                <c:pt idx="1">
                  <c:v>10K</c:v>
                </c:pt>
                <c:pt idx="2">
                  <c:v>100K</c:v>
                </c:pt>
                <c:pt idx="3">
                  <c:v>1M</c:v>
                </c:pt>
              </c:strCache>
            </c:strRef>
          </c:cat>
          <c:val>
            <c:numRef>
              <c:f>Sheet1!$B$2:$B$5</c:f>
              <c:numCache>
                <c:formatCode>General</c:formatCode>
                <c:ptCount val="4"/>
                <c:pt idx="0">
                  <c:v>8</c:v>
                </c:pt>
                <c:pt idx="1">
                  <c:v>80</c:v>
                </c:pt>
                <c:pt idx="2">
                  <c:v>800</c:v>
                </c:pt>
                <c:pt idx="3">
                  <c:v>8000</c:v>
                </c:pt>
              </c:numCache>
            </c:numRef>
          </c:val>
          <c:smooth val="1"/>
          <c:extLst>
            <c:ext xmlns:c16="http://schemas.microsoft.com/office/drawing/2014/chart" uri="{C3380CC4-5D6E-409C-BE32-E72D297353CC}">
              <c16:uniqueId val="{00000000-68CA-44EB-8EE5-AE4F322B9B21}"/>
            </c:ext>
          </c:extLst>
        </c:ser>
        <c:ser>
          <c:idx val="1"/>
          <c:order val="1"/>
          <c:tx>
            <c:strRef>
              <c:f>Sheet1!$C$1</c:f>
              <c:strCache>
                <c:ptCount val="1"/>
                <c:pt idx="0">
                  <c:v>GPU (ms)</c:v>
                </c:pt>
              </c:strCache>
            </c:strRef>
          </c:tx>
          <c:spPr>
            <a:ln w="19050" cap="rnd" cmpd="sng" algn="ctr">
              <a:solidFill>
                <a:schemeClr val="accent2"/>
              </a:solidFill>
              <a:prstDash val="solid"/>
              <a:round/>
            </a:ln>
            <a:effectLst/>
          </c:spPr>
          <c:marker>
            <c:symbol val="circle"/>
            <c:size val="6"/>
            <c:spPr>
              <a:solidFill>
                <a:schemeClr val="accent2"/>
              </a:solidFill>
              <a:ln w="6350" cap="flat" cmpd="sng" algn="ctr">
                <a:solidFill>
                  <a:schemeClr val="accent2"/>
                </a:solidFill>
                <a:prstDash val="solid"/>
                <a:round/>
              </a:ln>
              <a:effectLst/>
            </c:spPr>
          </c:marker>
          <c:cat>
            <c:strRef>
              <c:f>Sheet1!$A$2:$A$5</c:f>
              <c:strCache>
                <c:ptCount val="4"/>
                <c:pt idx="0">
                  <c:v>1K</c:v>
                </c:pt>
                <c:pt idx="1">
                  <c:v>10K</c:v>
                </c:pt>
                <c:pt idx="2">
                  <c:v>100K</c:v>
                </c:pt>
                <c:pt idx="3">
                  <c:v>1M</c:v>
                </c:pt>
              </c:strCache>
            </c:strRef>
          </c:cat>
          <c:val>
            <c:numRef>
              <c:f>Sheet1!$C$2:$C$5</c:f>
              <c:numCache>
                <c:formatCode>General</c:formatCode>
                <c:ptCount val="4"/>
                <c:pt idx="0">
                  <c:v>42</c:v>
                </c:pt>
                <c:pt idx="1">
                  <c:v>44</c:v>
                </c:pt>
                <c:pt idx="2">
                  <c:v>48</c:v>
                </c:pt>
                <c:pt idx="3">
                  <c:v>65</c:v>
                </c:pt>
              </c:numCache>
            </c:numRef>
          </c:val>
          <c:smooth val="1"/>
          <c:extLst>
            <c:ext xmlns:c16="http://schemas.microsoft.com/office/drawing/2014/chart" uri="{C3380CC4-5D6E-409C-BE32-E72D297353CC}">
              <c16:uniqueId val="{00000001-68CA-44EB-8EE5-AE4F322B9B21}"/>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noFill/>
          <a:ln w="12700" cap="flat" cmpd="sng" algn="ctr">
            <a:solidFill>
              <a:srgbClr val="888888"/>
            </a:solidFill>
            <a:prstDash val="solid"/>
            <a:round/>
          </a:ln>
          <a:effectLst/>
        </c:spPr>
        <c:txPr>
          <a:bodyPr rot="-60000000" spcFirstLastPara="1" vertOverflow="ellipsis" vert="horz" wrap="square" anchor="ctr" anchorCtr="1"/>
          <a:lstStyle/>
          <a:p>
            <a:pPr>
              <a:defRPr sz="1000" b="0" i="0" u="none" strike="noStrike" kern="1200" baseline="0">
                <a:solidFill>
                  <a:srgbClr val="7A8B96"/>
                </a:solidFill>
                <a:latin typeface="Arial"/>
                <a:ea typeface="+mn-ea"/>
                <a:cs typeface="+mn-cs"/>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cmpd="sng" algn="ctr">
              <a:solidFill>
                <a:srgbClr val="E0D8CE"/>
              </a:solidFill>
              <a:prstDash val="solid"/>
              <a:round/>
            </a:ln>
            <a:effectLst/>
          </c:spPr>
        </c:majorGridlines>
        <c:numFmt formatCode="General" sourceLinked="0"/>
        <c:majorTickMark val="out"/>
        <c:minorTickMark val="none"/>
        <c:tickLblPos val="nextTo"/>
        <c:spPr>
          <a:noFill/>
          <a:ln w="12700" cap="flat" cmpd="sng" algn="ctr">
            <a:solidFill>
              <a:srgbClr val="888888"/>
            </a:solidFill>
            <a:prstDash val="solid"/>
            <a:round/>
          </a:ln>
          <a:effectLst/>
        </c:spPr>
        <c:txPr>
          <a:bodyPr rot="-60000000" spcFirstLastPara="1" vertOverflow="ellipsis" vert="horz" wrap="square" anchor="ctr" anchorCtr="1"/>
          <a:lstStyle/>
          <a:p>
            <a:pPr>
              <a:defRPr sz="1000" b="0" i="0" u="none" strike="noStrike" kern="1200" baseline="0">
                <a:solidFill>
                  <a:srgbClr val="7A8B96"/>
                </a:solidFill>
                <a:latin typeface="+mn-lt"/>
                <a:ea typeface="+mn-ea"/>
                <a:cs typeface="+mn-cs"/>
              </a:defRPr>
            </a:pPr>
            <a:endParaRPr lang="en-US"/>
          </a:p>
        </c:txPr>
        <c:crossAx val="209473455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NL"/>
        </a:p>
      </c:txPr>
    </c:legend>
    <c:plotVisOnly val="1"/>
    <c:dispBlanksAs val="span"/>
    <c:showDLblsOverMax val="1"/>
  </c:chart>
  <c:spPr>
    <a:solidFill>
      <a:srgbClr val="FFFFFF"/>
    </a:solidFill>
    <a:ln w="6350" cap="flat" cmpd="sng" algn="ctr">
      <a:noFill/>
      <a:prstDash val="solid"/>
      <a:miter lim="800000"/>
    </a:ln>
    <a:effectLst/>
  </c:spPr>
  <c:txPr>
    <a:bodyPr/>
    <a:lstStyle/>
    <a:p>
      <a:pPr>
        <a:defRPr/>
      </a:pPr>
      <a:endParaRPr lang="en-N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NL"/>
          </a:p>
        </p:txBody>
      </p:sp>
      <p:sp>
        <p:nvSpPr>
          <p:cNvPr id="3" name="Tijdelijke aanduiding voor datum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D01DBDA3-3788-4F52-8C9D-67D423583693}" type="datetimeFigureOut">
              <a:rPr lang="en-NL" smtClean="0"/>
              <a:t>09/03/2026</a:t>
            </a:fld>
            <a:endParaRPr lang="en-NL"/>
          </a:p>
        </p:txBody>
      </p:sp>
      <p:sp>
        <p:nvSpPr>
          <p:cNvPr id="4" name="Tijdelijke aanduiding voor dia-afbeelding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Tijdelijke aanduiding voor notities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6" name="Tijdelijke aanduiding voor voettekst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NL"/>
          </a:p>
        </p:txBody>
      </p:sp>
      <p:sp>
        <p:nvSpPr>
          <p:cNvPr id="7" name="Tijdelijke aanduiding voor dianumm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DB96A09B-7F21-4D71-9B2B-061587ADF762}" type="slidenum">
              <a:rPr lang="en-NL" smtClean="0"/>
              <a:t>‹nr.›</a:t>
            </a:fld>
            <a:endParaRPr lang="en-NL"/>
          </a:p>
        </p:txBody>
      </p:sp>
    </p:spTree>
    <p:extLst>
      <p:ext uri="{BB962C8B-B14F-4D97-AF65-F5344CB8AC3E}">
        <p14:creationId xmlns:p14="http://schemas.microsoft.com/office/powerpoint/2010/main" val="19583218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NL" dirty="0"/>
          </a:p>
        </p:txBody>
      </p:sp>
      <p:sp>
        <p:nvSpPr>
          <p:cNvPr id="4" name="Tijdelijke aanduiding voor dianummer 3"/>
          <p:cNvSpPr>
            <a:spLocks noGrp="1"/>
          </p:cNvSpPr>
          <p:nvPr>
            <p:ph type="sldNum" sz="quarter" idx="5"/>
          </p:nvPr>
        </p:nvSpPr>
        <p:spPr/>
        <p:txBody>
          <a:bodyPr/>
          <a:lstStyle/>
          <a:p>
            <a:fld id="{8B373801-CB0C-4265-9BA2-53484904BDD9}" type="slidenum">
              <a:rPr lang="en-NL" smtClean="0"/>
              <a:t>2</a:t>
            </a:fld>
            <a:endParaRPr lang="en-NL"/>
          </a:p>
        </p:txBody>
      </p:sp>
    </p:spTree>
    <p:extLst>
      <p:ext uri="{BB962C8B-B14F-4D97-AF65-F5344CB8AC3E}">
        <p14:creationId xmlns:p14="http://schemas.microsoft.com/office/powerpoint/2010/main" val="4817737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dirty="0"/>
              <a:t>The purpose of this project was to determine whether ACTUS contract evaluation can scale efficiently to very large portfolios.</a:t>
            </a:r>
          </a:p>
          <a:p>
            <a:r>
              <a:rPr lang="en-US" dirty="0"/>
              <a:t>The reference Java implementation is correct but not optimized for massively parallel hardware.</a:t>
            </a:r>
          </a:p>
          <a:p>
            <a:r>
              <a:rPr lang="en-US" dirty="0"/>
              <a:t>I therefore reimplemented the execution layer in C# using GPU-oriented kernels.</a:t>
            </a:r>
          </a:p>
          <a:p>
            <a:r>
              <a:rPr lang="en-US" dirty="0"/>
              <a:t>The key takeaway: the approach works, scales, and reveals where optimization effort should really be focused.</a:t>
            </a:r>
          </a:p>
          <a:p>
            <a:endParaRPr lang="en-NL" dirty="0"/>
          </a:p>
        </p:txBody>
      </p:sp>
      <p:sp>
        <p:nvSpPr>
          <p:cNvPr id="4" name="Tijdelijke aanduiding voor dianummer 3"/>
          <p:cNvSpPr>
            <a:spLocks noGrp="1"/>
          </p:cNvSpPr>
          <p:nvPr>
            <p:ph type="sldNum" sz="quarter" idx="5"/>
          </p:nvPr>
        </p:nvSpPr>
        <p:spPr/>
        <p:txBody>
          <a:bodyPr/>
          <a:lstStyle/>
          <a:p>
            <a:fld id="{8B373801-CB0C-4265-9BA2-53484904BDD9}" type="slidenum">
              <a:rPr lang="en-NL" smtClean="0"/>
              <a:t>3</a:t>
            </a:fld>
            <a:endParaRPr lang="en-NL"/>
          </a:p>
        </p:txBody>
      </p:sp>
    </p:spTree>
    <p:extLst>
      <p:ext uri="{BB962C8B-B14F-4D97-AF65-F5344CB8AC3E}">
        <p14:creationId xmlns:p14="http://schemas.microsoft.com/office/powerpoint/2010/main" val="25608557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25268-FBC6-FE62-9D7D-C4685604A74B}"/>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AF16592E-DCAC-D4C0-DD91-946E41A6BFC2}"/>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17B0473A-11A3-8E31-07E2-F96397D4F131}"/>
              </a:ext>
            </a:extLst>
          </p:cNvPr>
          <p:cNvSpPr>
            <a:spLocks noGrp="1"/>
          </p:cNvSpPr>
          <p:nvPr>
            <p:ph type="body" idx="1"/>
          </p:nvPr>
        </p:nvSpPr>
        <p:spPr/>
        <p:txBody>
          <a:bodyPr/>
          <a:lstStyle/>
          <a:p>
            <a:r>
              <a:rPr lang="en-US" dirty="0"/>
              <a:t>The main reason for changing the implementation was not language preference but memory architecture. GPUs are extremely sensitive to how data is arranged in memory. In particular, whether data is stored as an array of structures or a structure of arrays has a measurable impact on throughput because it determines whether memory reads are coalesced or scattered.</a:t>
            </a:r>
          </a:p>
          <a:p>
            <a:r>
              <a:rPr lang="en-US" dirty="0"/>
              <a:t>The Java implementation relies on an object model where each contract is effectively a graph of pointers. That’s ideal for abstraction and maintainability, but it’s inefficient for GPU execution because the hardware prefers contiguous blocks of primitive data. Every pointer dereference becomes a memory stall.</a:t>
            </a:r>
          </a:p>
          <a:p>
            <a:r>
              <a:rPr lang="en-US" dirty="0"/>
              <a:t>To exploit parallel hardware effectively, I needed explicit control over memory layout, batch structure, and transfer boundaries. Reimplementing the execution layer allowed me to flatten the data structures, remove indirection, and align memory access patterns with GPU expectations.</a:t>
            </a:r>
          </a:p>
          <a:p>
            <a:r>
              <a:rPr lang="en-US" dirty="0"/>
              <a:t>So this change was fundamentally about transforming the execution model from an object-oriented layout optimized for clarity into a data-oriented layout optimized for throughput.</a:t>
            </a:r>
          </a:p>
          <a:p>
            <a:endParaRPr lang="en-NL" dirty="0"/>
          </a:p>
        </p:txBody>
      </p:sp>
      <p:sp>
        <p:nvSpPr>
          <p:cNvPr id="4" name="Tijdelijke aanduiding voor dianummer 3">
            <a:extLst>
              <a:ext uri="{FF2B5EF4-FFF2-40B4-BE49-F238E27FC236}">
                <a16:creationId xmlns:a16="http://schemas.microsoft.com/office/drawing/2014/main" id="{044797AF-E315-E997-4277-86915E4FFC7A}"/>
              </a:ext>
            </a:extLst>
          </p:cNvPr>
          <p:cNvSpPr>
            <a:spLocks noGrp="1"/>
          </p:cNvSpPr>
          <p:nvPr>
            <p:ph type="sldNum" sz="quarter" idx="5"/>
          </p:nvPr>
        </p:nvSpPr>
        <p:spPr/>
        <p:txBody>
          <a:bodyPr/>
          <a:lstStyle/>
          <a:p>
            <a:fld id="{8B373801-CB0C-4265-9BA2-53484904BDD9}" type="slidenum">
              <a:rPr lang="en-NL" smtClean="0"/>
              <a:t>5</a:t>
            </a:fld>
            <a:endParaRPr lang="en-NL"/>
          </a:p>
        </p:txBody>
      </p:sp>
    </p:spTree>
    <p:extLst>
      <p:ext uri="{BB962C8B-B14F-4D97-AF65-F5344CB8AC3E}">
        <p14:creationId xmlns:p14="http://schemas.microsoft.com/office/powerpoint/2010/main" val="5794833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dirty="0"/>
              <a:t>Once I decided to redesign the execution layer for performance, the key question was which platform would let me do that safely and efficiently.</a:t>
            </a:r>
          </a:p>
          <a:p>
            <a:r>
              <a:rPr lang="en-US" dirty="0"/>
              <a:t>I needed tight control over memory behavior and execution characteristics, because GPU acceleration only works well when the runtime behaves predictably. The .NET platform gives me strong profiling and benchmarking tools, which meant I could measure performance objectively instead of guessing.</a:t>
            </a:r>
          </a:p>
          <a:p>
            <a:r>
              <a:rPr lang="en-US" dirty="0"/>
              <a:t>It also integrates well with GPU-style execution, which was essential for this experiment.</a:t>
            </a:r>
          </a:p>
          <a:p>
            <a:r>
              <a:rPr lang="en-US" dirty="0"/>
              <a:t>Just as important, I chose a platform I know deeply. That reduced implementation risk and allowed me to move faster while still guaranteeing correctness.</a:t>
            </a:r>
          </a:p>
          <a:p>
            <a:r>
              <a:rPr lang="en-US" dirty="0"/>
              <a:t>So my decision to use C# wasn’t about preference — it was about choosing the environment that gave me the most controlled, reliable path to proving performance.</a:t>
            </a:r>
          </a:p>
          <a:p>
            <a:endParaRPr lang="en-NL" dirty="0"/>
          </a:p>
        </p:txBody>
      </p:sp>
      <p:sp>
        <p:nvSpPr>
          <p:cNvPr id="4" name="Tijdelijke aanduiding voor dianummer 3"/>
          <p:cNvSpPr>
            <a:spLocks noGrp="1"/>
          </p:cNvSpPr>
          <p:nvPr>
            <p:ph type="sldNum" sz="quarter" idx="5"/>
          </p:nvPr>
        </p:nvSpPr>
        <p:spPr/>
        <p:txBody>
          <a:bodyPr/>
          <a:lstStyle/>
          <a:p>
            <a:fld id="{8B373801-CB0C-4265-9BA2-53484904BDD9}" type="slidenum">
              <a:rPr lang="en-NL" smtClean="0"/>
              <a:t>6</a:t>
            </a:fld>
            <a:endParaRPr lang="en-NL"/>
          </a:p>
        </p:txBody>
      </p:sp>
    </p:spTree>
    <p:extLst>
      <p:ext uri="{BB962C8B-B14F-4D97-AF65-F5344CB8AC3E}">
        <p14:creationId xmlns:p14="http://schemas.microsoft.com/office/powerpoint/2010/main" val="67251686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Aangepaste indeling">
    <p:spTree>
      <p:nvGrpSpPr>
        <p:cNvPr id="1" name=""/>
        <p:cNvGrpSpPr/>
        <p:nvPr/>
      </p:nvGrpSpPr>
      <p:grpSpPr>
        <a:xfrm>
          <a:off x="0" y="0"/>
          <a:ext cx="0" cy="0"/>
          <a:chOff x="0" y="0"/>
          <a:chExt cx="0" cy="0"/>
        </a:xfrm>
      </p:grpSpPr>
      <p:sp>
        <p:nvSpPr>
          <p:cNvPr id="7" name="Text 2">
            <a:extLst>
              <a:ext uri="{FF2B5EF4-FFF2-40B4-BE49-F238E27FC236}">
                <a16:creationId xmlns:a16="http://schemas.microsoft.com/office/drawing/2014/main" id="{B9D43311-018C-34B1-4FDB-76CD41F69972}"/>
              </a:ext>
            </a:extLst>
          </p:cNvPr>
          <p:cNvSpPr/>
          <p:nvPr/>
        </p:nvSpPr>
        <p:spPr>
          <a:xfrm>
            <a:off x="365760" y="1005840"/>
            <a:ext cx="6400800" cy="1097280"/>
          </a:xfrm>
          <a:prstGeom prst="rect">
            <a:avLst/>
          </a:prstGeom>
          <a:noFill/>
          <a:ln/>
        </p:spPr>
        <p:txBody>
          <a:bodyPr wrap="square" lIns="0" tIns="0" rIns="0" bIns="0" rtlCol="0" anchor="ctr"/>
          <a:lstStyle/>
          <a:p>
            <a:pPr marL="0" indent="0">
              <a:buNone/>
            </a:pPr>
            <a:r>
              <a:rPr lang="en-US" sz="7200" b="1" kern="0" spc="600" dirty="0">
                <a:solidFill>
                  <a:schemeClr val="tx2"/>
                </a:solidFill>
                <a:latin typeface="+mj-lt"/>
                <a:ea typeface="Trebuchet MS" pitchFamily="34" charset="-122"/>
                <a:cs typeface="Trebuchet MS" pitchFamily="34" charset="-120"/>
              </a:rPr>
              <a:t>ACTUS</a:t>
            </a:r>
            <a:endParaRPr lang="en-US" sz="7200" dirty="0">
              <a:solidFill>
                <a:schemeClr val="tx2"/>
              </a:solidFill>
              <a:latin typeface="+mj-lt"/>
            </a:endParaRPr>
          </a:p>
        </p:txBody>
      </p:sp>
      <p:sp>
        <p:nvSpPr>
          <p:cNvPr id="8" name="Shape 3">
            <a:extLst>
              <a:ext uri="{FF2B5EF4-FFF2-40B4-BE49-F238E27FC236}">
                <a16:creationId xmlns:a16="http://schemas.microsoft.com/office/drawing/2014/main" id="{B665B550-38D5-25BA-B012-6A10E81CBD61}"/>
              </a:ext>
            </a:extLst>
          </p:cNvPr>
          <p:cNvSpPr/>
          <p:nvPr/>
        </p:nvSpPr>
        <p:spPr>
          <a:xfrm>
            <a:off x="365760" y="2057400"/>
            <a:ext cx="3200400" cy="45720"/>
          </a:xfrm>
          <a:prstGeom prst="rect">
            <a:avLst/>
          </a:prstGeom>
          <a:solidFill>
            <a:schemeClr val="accent1"/>
          </a:solidFill>
          <a:ln/>
        </p:spPr>
        <p:txBody>
          <a:bodyPr/>
          <a:lstStyle/>
          <a:p>
            <a:endParaRPr lang="en-NL"/>
          </a:p>
        </p:txBody>
      </p:sp>
      <p:sp>
        <p:nvSpPr>
          <p:cNvPr id="9" name="Shape 4">
            <a:extLst>
              <a:ext uri="{FF2B5EF4-FFF2-40B4-BE49-F238E27FC236}">
                <a16:creationId xmlns:a16="http://schemas.microsoft.com/office/drawing/2014/main" id="{E60337A8-7AB9-1403-8F4F-BA980D940DD6}"/>
              </a:ext>
            </a:extLst>
          </p:cNvPr>
          <p:cNvSpPr/>
          <p:nvPr/>
        </p:nvSpPr>
        <p:spPr>
          <a:xfrm>
            <a:off x="3611880" y="2011680"/>
            <a:ext cx="45720" cy="137160"/>
          </a:xfrm>
          <a:prstGeom prst="rect">
            <a:avLst/>
          </a:prstGeom>
          <a:solidFill>
            <a:schemeClr val="accent1"/>
          </a:solidFill>
          <a:ln/>
        </p:spPr>
        <p:txBody>
          <a:bodyPr/>
          <a:lstStyle/>
          <a:p>
            <a:endParaRPr lang="en-NL"/>
          </a:p>
        </p:txBody>
      </p:sp>
      <p:sp>
        <p:nvSpPr>
          <p:cNvPr id="10" name="Text 5">
            <a:extLst>
              <a:ext uri="{FF2B5EF4-FFF2-40B4-BE49-F238E27FC236}">
                <a16:creationId xmlns:a16="http://schemas.microsoft.com/office/drawing/2014/main" id="{BEBD29B0-9B16-C67B-9B43-B425DF4DB159}"/>
              </a:ext>
            </a:extLst>
          </p:cNvPr>
          <p:cNvSpPr/>
          <p:nvPr/>
        </p:nvSpPr>
        <p:spPr>
          <a:xfrm>
            <a:off x="365760" y="2212848"/>
            <a:ext cx="6400800" cy="502920"/>
          </a:xfrm>
          <a:prstGeom prst="rect">
            <a:avLst/>
          </a:prstGeom>
          <a:noFill/>
          <a:ln/>
        </p:spPr>
        <p:txBody>
          <a:bodyPr wrap="square" rtlCol="0" anchor="ctr"/>
          <a:lstStyle/>
          <a:p>
            <a:pPr marL="0" indent="0">
              <a:buNone/>
            </a:pPr>
            <a:r>
              <a:rPr lang="en-US" sz="1800" kern="0" spc="1000" dirty="0">
                <a:solidFill>
                  <a:schemeClr val="tx2"/>
                </a:solidFill>
                <a:latin typeface="+mn-lt"/>
                <a:ea typeface="Trebuchet MS" pitchFamily="34" charset="-122"/>
                <a:cs typeface="Trebuchet MS" pitchFamily="34" charset="-120"/>
              </a:rPr>
              <a:t>INSURANCE MODELING</a:t>
            </a:r>
            <a:endParaRPr lang="en-US" sz="1800" dirty="0">
              <a:solidFill>
                <a:schemeClr val="tx2"/>
              </a:solidFill>
              <a:latin typeface="+mn-lt"/>
            </a:endParaRPr>
          </a:p>
        </p:txBody>
      </p:sp>
      <p:sp>
        <p:nvSpPr>
          <p:cNvPr id="18" name="Titel 17">
            <a:extLst>
              <a:ext uri="{FF2B5EF4-FFF2-40B4-BE49-F238E27FC236}">
                <a16:creationId xmlns:a16="http://schemas.microsoft.com/office/drawing/2014/main" id="{542FF671-326D-3ADE-A31D-13D0B9B5D260}"/>
              </a:ext>
            </a:extLst>
          </p:cNvPr>
          <p:cNvSpPr>
            <a:spLocks noGrp="1"/>
          </p:cNvSpPr>
          <p:nvPr>
            <p:ph type="title" hasCustomPrompt="1"/>
          </p:nvPr>
        </p:nvSpPr>
        <p:spPr>
          <a:xfrm>
            <a:off x="365760" y="2921508"/>
            <a:ext cx="7886700" cy="993775"/>
          </a:xfrm>
          <a:prstGeom prst="rect">
            <a:avLst/>
          </a:prstGeom>
          <a:noFill/>
          <a:ln/>
        </p:spPr>
        <p:txBody>
          <a:bodyPr wrap="square" rtlCol="0" anchor="t"/>
          <a:lstStyle>
            <a:lvl1pPr>
              <a:defRPr lang="en-NL" sz="1600">
                <a:solidFill>
                  <a:schemeClr val="tx2"/>
                </a:solidFill>
                <a:latin typeface="+mj-lt"/>
                <a:ea typeface="13" pitchFamily="34" charset="-122"/>
                <a:cs typeface="13" pitchFamily="34" charset="-120"/>
              </a:defRPr>
            </a:lvl1pPr>
          </a:lstStyle>
          <a:p>
            <a:pPr marL="0" lvl="0" indent="0" algn="l">
              <a:lnSpc>
                <a:spcPct val="150000"/>
              </a:lnSpc>
            </a:pPr>
            <a:r>
              <a:rPr lang="nl-NL" dirty="0" err="1"/>
              <a:t>Title</a:t>
            </a:r>
            <a:endParaRPr lang="en-NL" dirty="0"/>
          </a:p>
        </p:txBody>
      </p:sp>
      <p:pic>
        <p:nvPicPr>
          <p:cNvPr id="2" name="Graphic 1">
            <a:extLst>
              <a:ext uri="{FF2B5EF4-FFF2-40B4-BE49-F238E27FC236}">
                <a16:creationId xmlns:a16="http://schemas.microsoft.com/office/drawing/2014/main" id="{04DB0142-892B-1280-0E2F-C77EF5444C2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087907" y="246888"/>
            <a:ext cx="1853619" cy="2162556"/>
          </a:xfrm>
          <a:prstGeom prst="rect">
            <a:avLst/>
          </a:prstGeom>
        </p:spPr>
      </p:pic>
    </p:spTree>
    <p:extLst>
      <p:ext uri="{BB962C8B-B14F-4D97-AF65-F5344CB8AC3E}">
        <p14:creationId xmlns:p14="http://schemas.microsoft.com/office/powerpoint/2010/main" val="23259183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Aangepaste indelin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3D3BF20-B66A-D586-139E-9C8543F05202}"/>
              </a:ext>
            </a:extLst>
          </p:cNvPr>
          <p:cNvSpPr/>
          <p:nvPr/>
        </p:nvSpPr>
        <p:spPr>
          <a:xfrm>
            <a:off x="0" y="0"/>
            <a:ext cx="9144000" cy="731520"/>
          </a:xfrm>
          <a:prstGeom prst="rect">
            <a:avLst/>
          </a:prstGeom>
          <a:solidFill>
            <a:srgbClr val="1C2B39"/>
          </a:solidFill>
          <a:ln/>
        </p:spPr>
        <p:txBody>
          <a:bodyPr/>
          <a:lstStyle/>
          <a:p>
            <a:endParaRPr lang="en-NL"/>
          </a:p>
        </p:txBody>
      </p:sp>
      <p:sp>
        <p:nvSpPr>
          <p:cNvPr id="4" name="Shape 1">
            <a:extLst>
              <a:ext uri="{FF2B5EF4-FFF2-40B4-BE49-F238E27FC236}">
                <a16:creationId xmlns:a16="http://schemas.microsoft.com/office/drawing/2014/main" id="{E98D7A74-F3D3-AC08-CAAF-14B774F3B86B}"/>
              </a:ext>
            </a:extLst>
          </p:cNvPr>
          <p:cNvSpPr/>
          <p:nvPr/>
        </p:nvSpPr>
        <p:spPr>
          <a:xfrm>
            <a:off x="0" y="731520"/>
            <a:ext cx="9144000" cy="36576"/>
          </a:xfrm>
          <a:prstGeom prst="rect">
            <a:avLst/>
          </a:prstGeom>
          <a:solidFill>
            <a:srgbClr val="D4891A"/>
          </a:solidFill>
          <a:ln/>
        </p:spPr>
        <p:txBody>
          <a:bodyPr/>
          <a:lstStyle/>
          <a:p>
            <a:endParaRPr lang="en-NL"/>
          </a:p>
        </p:txBody>
      </p:sp>
      <p:sp>
        <p:nvSpPr>
          <p:cNvPr id="7" name="Shape 3">
            <a:extLst>
              <a:ext uri="{FF2B5EF4-FFF2-40B4-BE49-F238E27FC236}">
                <a16:creationId xmlns:a16="http://schemas.microsoft.com/office/drawing/2014/main" id="{81CDA91B-900A-35C4-D0C0-C7B805BC6D9E}"/>
              </a:ext>
            </a:extLst>
          </p:cNvPr>
          <p:cNvSpPr/>
          <p:nvPr/>
        </p:nvSpPr>
        <p:spPr>
          <a:xfrm>
            <a:off x="320040" y="896112"/>
            <a:ext cx="4069080" cy="3934506"/>
          </a:xfrm>
          <a:prstGeom prst="rect">
            <a:avLst/>
          </a:prstGeom>
          <a:solidFill>
            <a:srgbClr val="FFFFFF"/>
          </a:solidFill>
          <a:ln/>
          <a:effectLst>
            <a:outerShdw blurRad="127000" dist="38100" dir="8100000" algn="bl" rotWithShape="0">
              <a:srgbClr val="000000">
                <a:alpha val="12000"/>
              </a:srgbClr>
            </a:outerShdw>
          </a:effectLst>
        </p:spPr>
        <p:txBody>
          <a:bodyPr/>
          <a:lstStyle/>
          <a:p>
            <a:endParaRPr lang="en-NL"/>
          </a:p>
        </p:txBody>
      </p:sp>
      <p:sp>
        <p:nvSpPr>
          <p:cNvPr id="14" name="Shape 9">
            <a:extLst>
              <a:ext uri="{FF2B5EF4-FFF2-40B4-BE49-F238E27FC236}">
                <a16:creationId xmlns:a16="http://schemas.microsoft.com/office/drawing/2014/main" id="{4C0F9A8C-D2D4-44C6-91D8-65A194DEC50D}"/>
              </a:ext>
            </a:extLst>
          </p:cNvPr>
          <p:cNvSpPr/>
          <p:nvPr/>
        </p:nvSpPr>
        <p:spPr>
          <a:xfrm>
            <a:off x="4754880" y="896112"/>
            <a:ext cx="4069080" cy="3934506"/>
          </a:xfrm>
          <a:prstGeom prst="rect">
            <a:avLst/>
          </a:prstGeom>
          <a:solidFill>
            <a:srgbClr val="1C2B39"/>
          </a:solidFill>
          <a:ln/>
          <a:effectLst>
            <a:outerShdw blurRad="127000" dist="38100" dir="8100000" algn="bl" rotWithShape="0">
              <a:srgbClr val="000000">
                <a:alpha val="12000"/>
              </a:srgbClr>
            </a:outerShdw>
          </a:effectLst>
        </p:spPr>
        <p:txBody>
          <a:bodyPr/>
          <a:lstStyle/>
          <a:p>
            <a:endParaRPr lang="en-NL"/>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568070" y="1243085"/>
            <a:ext cx="3581717" cy="3300397"/>
          </a:xfrm>
          <a:prstGeom prst="rect">
            <a:avLst/>
          </a:prstGeom>
        </p:spPr>
        <p:txBody>
          <a:bodyPr/>
          <a:lstStyle>
            <a:lvl1pPr>
              <a:defRPr sz="2400"/>
            </a:lvl1pPr>
            <a:lvl2pPr>
              <a:defRPr sz="2000"/>
            </a:lvl2pPr>
            <a:lvl3pPr>
              <a:defRPr sz="1800"/>
            </a:lvl3pPr>
            <a:lvl4pPr>
              <a:defRPr sz="1600"/>
            </a:lvl4pPr>
            <a:lvl5pPr>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568069" y="961202"/>
            <a:ext cx="3581717"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sp>
        <p:nvSpPr>
          <p:cNvPr id="47" name="Tijdelijke aanduiding voor inhoud 43">
            <a:extLst>
              <a:ext uri="{FF2B5EF4-FFF2-40B4-BE49-F238E27FC236}">
                <a16:creationId xmlns:a16="http://schemas.microsoft.com/office/drawing/2014/main" id="{78CD53EB-9DC6-73B0-15F0-ACEE573E613B}"/>
              </a:ext>
            </a:extLst>
          </p:cNvPr>
          <p:cNvSpPr>
            <a:spLocks noGrp="1"/>
          </p:cNvSpPr>
          <p:nvPr>
            <p:ph sz="quarter" idx="12"/>
          </p:nvPr>
        </p:nvSpPr>
        <p:spPr>
          <a:xfrm>
            <a:off x="4994213" y="1243085"/>
            <a:ext cx="3581717" cy="3300397"/>
          </a:xfrm>
          <a:prstGeom prst="rect">
            <a:avLst/>
          </a:prstGeom>
        </p:spPr>
        <p:txBody>
          <a:bodyPr/>
          <a:lstStyle>
            <a:lvl1pPr>
              <a:defRPr sz="2400">
                <a:solidFill>
                  <a:schemeClr val="bg2"/>
                </a:solidFill>
              </a:defRPr>
            </a:lvl1pPr>
            <a:lvl2pPr>
              <a:defRPr sz="2000">
                <a:solidFill>
                  <a:schemeClr val="bg2"/>
                </a:solidFill>
              </a:defRPr>
            </a:lvl2pPr>
            <a:lvl3pPr>
              <a:defRPr sz="1800">
                <a:solidFill>
                  <a:schemeClr val="bg2"/>
                </a:solidFill>
              </a:defRPr>
            </a:lvl3pPr>
            <a:lvl4pPr>
              <a:defRPr sz="1600">
                <a:solidFill>
                  <a:schemeClr val="bg2"/>
                </a:solidFill>
              </a:defRPr>
            </a:lvl4pPr>
            <a:lvl5pPr>
              <a:defRPr sz="1600">
                <a:solidFill>
                  <a:schemeClr val="bg2"/>
                </a:solidFill>
              </a:defRPr>
            </a:lvl5p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en-NL" dirty="0"/>
          </a:p>
        </p:txBody>
      </p:sp>
      <p:sp>
        <p:nvSpPr>
          <p:cNvPr id="48" name="Tijdelijke aanduiding voor tekst 45">
            <a:extLst>
              <a:ext uri="{FF2B5EF4-FFF2-40B4-BE49-F238E27FC236}">
                <a16:creationId xmlns:a16="http://schemas.microsoft.com/office/drawing/2014/main" id="{7F302EB1-939F-1CE8-1AB8-C1CD757BE655}"/>
              </a:ext>
            </a:extLst>
          </p:cNvPr>
          <p:cNvSpPr>
            <a:spLocks noGrp="1"/>
          </p:cNvSpPr>
          <p:nvPr>
            <p:ph type="body" sz="quarter" idx="13" hasCustomPrompt="1"/>
          </p:nvPr>
        </p:nvSpPr>
        <p:spPr>
          <a:xfrm>
            <a:off x="4994212" y="961202"/>
            <a:ext cx="3581717"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2" name="Graphic 1">
            <a:extLst>
              <a:ext uri="{FF2B5EF4-FFF2-40B4-BE49-F238E27FC236}">
                <a16:creationId xmlns:a16="http://schemas.microsoft.com/office/drawing/2014/main" id="{DEE5E799-431C-FE47-5BDB-AAF9BD6641F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41164334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4_Aangepaste indelin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3D3BF20-B66A-D586-139E-9C8543F05202}"/>
              </a:ext>
            </a:extLst>
          </p:cNvPr>
          <p:cNvSpPr/>
          <p:nvPr/>
        </p:nvSpPr>
        <p:spPr>
          <a:xfrm>
            <a:off x="0" y="0"/>
            <a:ext cx="9144000" cy="731520"/>
          </a:xfrm>
          <a:prstGeom prst="rect">
            <a:avLst/>
          </a:prstGeom>
          <a:solidFill>
            <a:srgbClr val="1C2B39"/>
          </a:solidFill>
          <a:ln/>
        </p:spPr>
        <p:txBody>
          <a:bodyPr/>
          <a:lstStyle/>
          <a:p>
            <a:endParaRPr lang="en-NL"/>
          </a:p>
        </p:txBody>
      </p:sp>
      <p:sp>
        <p:nvSpPr>
          <p:cNvPr id="4" name="Shape 1">
            <a:extLst>
              <a:ext uri="{FF2B5EF4-FFF2-40B4-BE49-F238E27FC236}">
                <a16:creationId xmlns:a16="http://schemas.microsoft.com/office/drawing/2014/main" id="{E98D7A74-F3D3-AC08-CAAF-14B774F3B86B}"/>
              </a:ext>
            </a:extLst>
          </p:cNvPr>
          <p:cNvSpPr/>
          <p:nvPr/>
        </p:nvSpPr>
        <p:spPr>
          <a:xfrm>
            <a:off x="0" y="731520"/>
            <a:ext cx="9144000" cy="36576"/>
          </a:xfrm>
          <a:prstGeom prst="rect">
            <a:avLst/>
          </a:prstGeom>
          <a:solidFill>
            <a:srgbClr val="D4891A"/>
          </a:solidFill>
          <a:ln/>
        </p:spPr>
        <p:txBody>
          <a:bodyPr/>
          <a:lstStyle/>
          <a:p>
            <a:endParaRPr lang="en-NL"/>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568070" y="1243085"/>
            <a:ext cx="3581717" cy="3300397"/>
          </a:xfrm>
          <a:prstGeom prst="rect">
            <a:avLst/>
          </a:prstGeom>
        </p:spPr>
        <p:txBody>
          <a:bodyPr/>
          <a:lstStyle>
            <a:lvl1pPr>
              <a:defRPr sz="2400"/>
            </a:lvl1pPr>
            <a:lvl2pPr>
              <a:defRPr sz="2000"/>
            </a:lvl2pPr>
            <a:lvl3pPr>
              <a:defRPr sz="1800"/>
            </a:lvl3pPr>
            <a:lvl4pPr>
              <a:defRPr sz="1600"/>
            </a:lvl4pPr>
            <a:lvl5pPr>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568069" y="961202"/>
            <a:ext cx="3581717"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sp>
        <p:nvSpPr>
          <p:cNvPr id="47" name="Tijdelijke aanduiding voor inhoud 43">
            <a:extLst>
              <a:ext uri="{FF2B5EF4-FFF2-40B4-BE49-F238E27FC236}">
                <a16:creationId xmlns:a16="http://schemas.microsoft.com/office/drawing/2014/main" id="{78CD53EB-9DC6-73B0-15F0-ACEE573E613B}"/>
              </a:ext>
            </a:extLst>
          </p:cNvPr>
          <p:cNvSpPr>
            <a:spLocks noGrp="1"/>
          </p:cNvSpPr>
          <p:nvPr>
            <p:ph sz="quarter" idx="12"/>
          </p:nvPr>
        </p:nvSpPr>
        <p:spPr>
          <a:xfrm>
            <a:off x="4994213" y="1243085"/>
            <a:ext cx="3581717" cy="3300397"/>
          </a:xfrm>
          <a:prstGeom prst="rect">
            <a:avLst/>
          </a:prstGeom>
        </p:spPr>
        <p:txBody>
          <a:bodyPr/>
          <a:lstStyle>
            <a:lvl1pPr>
              <a:defRPr lang="nl-NL" sz="2400" dirty="0"/>
            </a:lvl1pPr>
            <a:lvl2pPr>
              <a:defRPr lang="nl-NL" sz="2000" dirty="0"/>
            </a:lvl2pPr>
            <a:lvl3pPr>
              <a:defRPr lang="nl-NL" sz="1800" dirty="0"/>
            </a:lvl3pPr>
            <a:lvl4pPr>
              <a:defRPr lang="nl-NL" sz="1600" dirty="0"/>
            </a:lvl4pPr>
            <a:lvl5pPr>
              <a:defRPr lang="en-NL" sz="1600" dirty="0"/>
            </a:lvl5p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en-NL" dirty="0"/>
          </a:p>
        </p:txBody>
      </p:sp>
      <p:sp>
        <p:nvSpPr>
          <p:cNvPr id="48" name="Tijdelijke aanduiding voor tekst 45">
            <a:extLst>
              <a:ext uri="{FF2B5EF4-FFF2-40B4-BE49-F238E27FC236}">
                <a16:creationId xmlns:a16="http://schemas.microsoft.com/office/drawing/2014/main" id="{7F302EB1-939F-1CE8-1AB8-C1CD757BE655}"/>
              </a:ext>
            </a:extLst>
          </p:cNvPr>
          <p:cNvSpPr>
            <a:spLocks noGrp="1"/>
          </p:cNvSpPr>
          <p:nvPr>
            <p:ph type="body" sz="quarter" idx="13" hasCustomPrompt="1"/>
          </p:nvPr>
        </p:nvSpPr>
        <p:spPr>
          <a:xfrm>
            <a:off x="4994212" y="961202"/>
            <a:ext cx="3581717"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2" name="Graphic 1">
            <a:extLst>
              <a:ext uri="{FF2B5EF4-FFF2-40B4-BE49-F238E27FC236}">
                <a16:creationId xmlns:a16="http://schemas.microsoft.com/office/drawing/2014/main" id="{C672C6E0-FF16-62C3-CD44-3ECAF3A37DA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3114542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5_Aangepaste indelin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3D3BF20-B66A-D586-139E-9C8543F05202}"/>
              </a:ext>
            </a:extLst>
          </p:cNvPr>
          <p:cNvSpPr/>
          <p:nvPr/>
        </p:nvSpPr>
        <p:spPr>
          <a:xfrm>
            <a:off x="0" y="0"/>
            <a:ext cx="9144000" cy="731520"/>
          </a:xfrm>
          <a:prstGeom prst="rect">
            <a:avLst/>
          </a:prstGeom>
          <a:solidFill>
            <a:srgbClr val="1C2B39"/>
          </a:solidFill>
          <a:ln/>
        </p:spPr>
        <p:txBody>
          <a:bodyPr/>
          <a:lstStyle/>
          <a:p>
            <a:endParaRPr lang="en-NL"/>
          </a:p>
        </p:txBody>
      </p:sp>
      <p:sp>
        <p:nvSpPr>
          <p:cNvPr id="4" name="Shape 1">
            <a:extLst>
              <a:ext uri="{FF2B5EF4-FFF2-40B4-BE49-F238E27FC236}">
                <a16:creationId xmlns:a16="http://schemas.microsoft.com/office/drawing/2014/main" id="{E98D7A74-F3D3-AC08-CAAF-14B774F3B86B}"/>
              </a:ext>
            </a:extLst>
          </p:cNvPr>
          <p:cNvSpPr/>
          <p:nvPr/>
        </p:nvSpPr>
        <p:spPr>
          <a:xfrm>
            <a:off x="0" y="731520"/>
            <a:ext cx="9144000" cy="36576"/>
          </a:xfrm>
          <a:prstGeom prst="rect">
            <a:avLst/>
          </a:prstGeom>
          <a:solidFill>
            <a:srgbClr val="D4891A"/>
          </a:solidFill>
          <a:ln/>
        </p:spPr>
        <p:txBody>
          <a:bodyPr/>
          <a:lstStyle/>
          <a:p>
            <a:endParaRPr lang="en-NL"/>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333942" y="1243085"/>
            <a:ext cx="8397682" cy="3691986"/>
          </a:xfrm>
          <a:prstGeom prst="rect">
            <a:avLst/>
          </a:prstGeom>
          <a:solidFill>
            <a:srgbClr val="FFFFFF"/>
          </a:solidFill>
          <a:ln/>
          <a:effectLst>
            <a:outerShdw blurRad="127000" dist="38100" dir="8100000" algn="bl" rotWithShape="0">
              <a:srgbClr val="000000">
                <a:alpha val="12000"/>
              </a:srgbClr>
            </a:outerShdw>
          </a:effectLst>
        </p:spPr>
        <p:txBody>
          <a:bodyPr/>
          <a:lstStyle>
            <a:lvl1pPr>
              <a:defRPr lang="nl-NL" sz="1800"/>
            </a:lvl1pPr>
            <a:lvl2pPr>
              <a:defRPr lang="nl-NL" sz="1800"/>
            </a:lvl2pPr>
            <a:lvl3pPr>
              <a:defRPr lang="nl-NL" sz="1800"/>
            </a:lvl3pPr>
            <a:lvl4pPr>
              <a:defRPr lang="nl-NL" sz="1800"/>
            </a:lvl4pPr>
            <a:lvl5pPr>
              <a:defRPr lang="en-NL" sz="1800"/>
            </a:lvl5pPr>
          </a:lstStyle>
          <a:p>
            <a:pPr marL="0" lvl="0"/>
            <a:r>
              <a:rPr lang="nl-NL"/>
              <a:t>Klikken om de tekststijl van het model te bewerken</a:t>
            </a:r>
          </a:p>
          <a:p>
            <a:pPr marL="457200" lvl="1"/>
            <a:r>
              <a:rPr lang="nl-NL"/>
              <a:t>Tweede niveau</a:t>
            </a:r>
          </a:p>
          <a:p>
            <a:pPr marL="914400" lvl="2"/>
            <a:r>
              <a:rPr lang="nl-NL"/>
              <a:t>Derde niveau</a:t>
            </a:r>
          </a:p>
          <a:p>
            <a:pPr marL="1371600" lvl="3"/>
            <a:r>
              <a:rPr lang="nl-NL"/>
              <a:t>Vierde niveau</a:t>
            </a:r>
          </a:p>
          <a:p>
            <a:pPr marL="1828800"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333941" y="961202"/>
            <a:ext cx="8397682" cy="24428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2" name="Graphic 1">
            <a:extLst>
              <a:ext uri="{FF2B5EF4-FFF2-40B4-BE49-F238E27FC236}">
                <a16:creationId xmlns:a16="http://schemas.microsoft.com/office/drawing/2014/main" id="{49594B55-72EC-AA6F-CF97-6BCBB1BBB7F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57506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_Aangepaste indelin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3D3BF20-B66A-D586-139E-9C8543F05202}"/>
              </a:ext>
            </a:extLst>
          </p:cNvPr>
          <p:cNvSpPr/>
          <p:nvPr/>
        </p:nvSpPr>
        <p:spPr>
          <a:xfrm>
            <a:off x="0" y="0"/>
            <a:ext cx="9144000" cy="731520"/>
          </a:xfrm>
          <a:prstGeom prst="rect">
            <a:avLst/>
          </a:prstGeom>
          <a:solidFill>
            <a:srgbClr val="1C2B39"/>
          </a:solidFill>
          <a:ln/>
        </p:spPr>
        <p:txBody>
          <a:bodyPr/>
          <a:lstStyle/>
          <a:p>
            <a:endParaRPr lang="en-NL"/>
          </a:p>
        </p:txBody>
      </p:sp>
      <p:sp>
        <p:nvSpPr>
          <p:cNvPr id="4" name="Shape 1">
            <a:extLst>
              <a:ext uri="{FF2B5EF4-FFF2-40B4-BE49-F238E27FC236}">
                <a16:creationId xmlns:a16="http://schemas.microsoft.com/office/drawing/2014/main" id="{E98D7A74-F3D3-AC08-CAAF-14B774F3B86B}"/>
              </a:ext>
            </a:extLst>
          </p:cNvPr>
          <p:cNvSpPr/>
          <p:nvPr/>
        </p:nvSpPr>
        <p:spPr>
          <a:xfrm>
            <a:off x="0" y="731520"/>
            <a:ext cx="9144000" cy="36576"/>
          </a:xfrm>
          <a:prstGeom prst="rect">
            <a:avLst/>
          </a:prstGeom>
          <a:solidFill>
            <a:srgbClr val="D4891A"/>
          </a:solidFill>
          <a:ln/>
        </p:spPr>
        <p:txBody>
          <a:bodyPr/>
          <a:lstStyle/>
          <a:p>
            <a:endParaRPr lang="en-NL"/>
          </a:p>
        </p:txBody>
      </p:sp>
      <p:sp>
        <p:nvSpPr>
          <p:cNvPr id="7" name="Shape 3">
            <a:extLst>
              <a:ext uri="{FF2B5EF4-FFF2-40B4-BE49-F238E27FC236}">
                <a16:creationId xmlns:a16="http://schemas.microsoft.com/office/drawing/2014/main" id="{81CDA91B-900A-35C4-D0C0-C7B805BC6D9E}"/>
              </a:ext>
            </a:extLst>
          </p:cNvPr>
          <p:cNvSpPr/>
          <p:nvPr/>
        </p:nvSpPr>
        <p:spPr>
          <a:xfrm>
            <a:off x="320039" y="896112"/>
            <a:ext cx="8528125" cy="3934506"/>
          </a:xfrm>
          <a:prstGeom prst="rect">
            <a:avLst/>
          </a:prstGeom>
          <a:solidFill>
            <a:srgbClr val="FFFFFF"/>
          </a:solidFill>
          <a:ln/>
          <a:effectLst>
            <a:outerShdw blurRad="127000" dist="38100" dir="8100000" algn="bl" rotWithShape="0">
              <a:srgbClr val="000000">
                <a:alpha val="12000"/>
              </a:srgbClr>
            </a:outerShdw>
          </a:effectLst>
        </p:spPr>
        <p:txBody>
          <a:bodyPr/>
          <a:lstStyle/>
          <a:p>
            <a:endParaRPr lang="en-NL"/>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568070" y="1243085"/>
            <a:ext cx="8163554" cy="3300397"/>
          </a:xfrm>
          <a:prstGeom prst="rect">
            <a:avLst/>
          </a:prstGeom>
        </p:spPr>
        <p:txBody>
          <a:bodyPr/>
          <a:lstStyle>
            <a:lvl1pPr>
              <a:defRPr sz="2400"/>
            </a:lvl1pPr>
            <a:lvl2pPr>
              <a:defRPr sz="2000"/>
            </a:lvl2pPr>
            <a:lvl3pPr>
              <a:defRPr sz="1800"/>
            </a:lvl3pPr>
            <a:lvl4pPr>
              <a:defRPr sz="1600"/>
            </a:lvl4pPr>
            <a:lvl5pPr>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568069" y="961202"/>
            <a:ext cx="8163554"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2" name="Graphic 1">
            <a:extLst>
              <a:ext uri="{FF2B5EF4-FFF2-40B4-BE49-F238E27FC236}">
                <a16:creationId xmlns:a16="http://schemas.microsoft.com/office/drawing/2014/main" id="{281B4F8B-DCB7-B642-FD50-1114D96E900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3852055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6_Aangepaste indelin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3D3BF20-B66A-D586-139E-9C8543F05202}"/>
              </a:ext>
            </a:extLst>
          </p:cNvPr>
          <p:cNvSpPr/>
          <p:nvPr userDrawn="1"/>
        </p:nvSpPr>
        <p:spPr>
          <a:xfrm>
            <a:off x="0" y="0"/>
            <a:ext cx="9144000" cy="731520"/>
          </a:xfrm>
          <a:prstGeom prst="rect">
            <a:avLst/>
          </a:prstGeom>
          <a:solidFill>
            <a:srgbClr val="1C2B39"/>
          </a:solidFill>
          <a:ln/>
        </p:spPr>
        <p:txBody>
          <a:bodyPr/>
          <a:lstStyle/>
          <a:p>
            <a:endParaRPr lang="en-NL" sz="1800"/>
          </a:p>
        </p:txBody>
      </p:sp>
      <p:sp>
        <p:nvSpPr>
          <p:cNvPr id="4" name="Shape 1">
            <a:extLst>
              <a:ext uri="{FF2B5EF4-FFF2-40B4-BE49-F238E27FC236}">
                <a16:creationId xmlns:a16="http://schemas.microsoft.com/office/drawing/2014/main" id="{E98D7A74-F3D3-AC08-CAAF-14B774F3B86B}"/>
              </a:ext>
            </a:extLst>
          </p:cNvPr>
          <p:cNvSpPr/>
          <p:nvPr userDrawn="1"/>
        </p:nvSpPr>
        <p:spPr>
          <a:xfrm>
            <a:off x="0" y="731520"/>
            <a:ext cx="9144000" cy="36576"/>
          </a:xfrm>
          <a:prstGeom prst="rect">
            <a:avLst/>
          </a:prstGeom>
          <a:solidFill>
            <a:schemeClr val="accent1"/>
          </a:solidFill>
          <a:ln/>
        </p:spPr>
        <p:txBody>
          <a:bodyPr/>
          <a:lstStyle/>
          <a:p>
            <a:endParaRPr lang="en-NL" sz="1800"/>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pic>
        <p:nvPicPr>
          <p:cNvPr id="5" name="Graphic 4">
            <a:extLst>
              <a:ext uri="{FF2B5EF4-FFF2-40B4-BE49-F238E27FC236}">
                <a16:creationId xmlns:a16="http://schemas.microsoft.com/office/drawing/2014/main" id="{14E2BFE3-D610-1AFB-5DF1-ECA0F2C28F4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2782018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7_Aangepaste indeling">
    <p:spTree>
      <p:nvGrpSpPr>
        <p:cNvPr id="1" name=""/>
        <p:cNvGrpSpPr/>
        <p:nvPr/>
      </p:nvGrpSpPr>
      <p:grpSpPr>
        <a:xfrm>
          <a:off x="0" y="0"/>
          <a:ext cx="0" cy="0"/>
          <a:chOff x="0" y="0"/>
          <a:chExt cx="0" cy="0"/>
        </a:xfrm>
      </p:grpSpPr>
      <p:sp>
        <p:nvSpPr>
          <p:cNvPr id="4" name="Shape 1">
            <a:extLst>
              <a:ext uri="{FF2B5EF4-FFF2-40B4-BE49-F238E27FC236}">
                <a16:creationId xmlns:a16="http://schemas.microsoft.com/office/drawing/2014/main" id="{E98D7A74-F3D3-AC08-CAAF-14B774F3B86B}"/>
              </a:ext>
            </a:extLst>
          </p:cNvPr>
          <p:cNvSpPr/>
          <p:nvPr userDrawn="1"/>
        </p:nvSpPr>
        <p:spPr>
          <a:xfrm>
            <a:off x="0" y="731520"/>
            <a:ext cx="9144000" cy="36576"/>
          </a:xfrm>
          <a:prstGeom prst="rect">
            <a:avLst/>
          </a:prstGeom>
          <a:solidFill>
            <a:schemeClr val="accent1"/>
          </a:solidFill>
          <a:ln/>
        </p:spPr>
        <p:txBody>
          <a:bodyPr/>
          <a:lstStyle/>
          <a:p>
            <a:endParaRPr lang="en-NL" sz="1800"/>
          </a:p>
        </p:txBody>
      </p:sp>
      <p:sp>
        <p:nvSpPr>
          <p:cNvPr id="7" name="Shape 3">
            <a:extLst>
              <a:ext uri="{FF2B5EF4-FFF2-40B4-BE49-F238E27FC236}">
                <a16:creationId xmlns:a16="http://schemas.microsoft.com/office/drawing/2014/main" id="{81CDA91B-900A-35C4-D0C0-C7B805BC6D9E}"/>
              </a:ext>
            </a:extLst>
          </p:cNvPr>
          <p:cNvSpPr/>
          <p:nvPr userDrawn="1"/>
        </p:nvSpPr>
        <p:spPr>
          <a:xfrm>
            <a:off x="320039" y="896112"/>
            <a:ext cx="8528125" cy="3934506"/>
          </a:xfrm>
          <a:prstGeom prst="rect">
            <a:avLst/>
          </a:prstGeom>
          <a:solidFill>
            <a:srgbClr val="FFFFFF"/>
          </a:solidFill>
          <a:ln/>
          <a:effectLst>
            <a:outerShdw blurRad="127000" dist="38100" dir="8100000" algn="bl" rotWithShape="0">
              <a:srgbClr val="000000">
                <a:alpha val="12000"/>
              </a:srgbClr>
            </a:outerShdw>
          </a:effectLst>
        </p:spPr>
        <p:txBody>
          <a:bodyPr/>
          <a:lstStyle/>
          <a:p>
            <a:endParaRPr lang="en-NL" sz="1800"/>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568071" y="1243086"/>
            <a:ext cx="8163554" cy="3300397"/>
          </a:xfrm>
          <a:prstGeom prst="rect">
            <a:avLst/>
          </a:prstGeom>
        </p:spPr>
        <p:txBody>
          <a:bodyPr/>
          <a:lstStyle>
            <a:lvl1pPr>
              <a:defRPr sz="2400"/>
            </a:lvl1pPr>
            <a:lvl2pPr>
              <a:defRPr sz="2000"/>
            </a:lvl2pPr>
            <a:lvl3pPr>
              <a:defRPr sz="1800"/>
            </a:lvl3pPr>
            <a:lvl4pPr>
              <a:defRPr sz="1600"/>
            </a:lvl4pPr>
            <a:lvl5pPr>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568069" y="961203"/>
            <a:ext cx="8163554"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3" name="Graphic 2">
            <a:extLst>
              <a:ext uri="{FF2B5EF4-FFF2-40B4-BE49-F238E27FC236}">
                <a16:creationId xmlns:a16="http://schemas.microsoft.com/office/drawing/2014/main" id="{05515CD7-9450-8CB9-6CAC-EA5EE72D146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33595459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8_Aangepaste indeling">
    <p:spTree>
      <p:nvGrpSpPr>
        <p:cNvPr id="1" name=""/>
        <p:cNvGrpSpPr/>
        <p:nvPr/>
      </p:nvGrpSpPr>
      <p:grpSpPr>
        <a:xfrm>
          <a:off x="0" y="0"/>
          <a:ext cx="0" cy="0"/>
          <a:chOff x="0" y="0"/>
          <a:chExt cx="0" cy="0"/>
        </a:xfrm>
      </p:grpSpPr>
      <p:sp>
        <p:nvSpPr>
          <p:cNvPr id="4" name="Shape 1">
            <a:extLst>
              <a:ext uri="{FF2B5EF4-FFF2-40B4-BE49-F238E27FC236}">
                <a16:creationId xmlns:a16="http://schemas.microsoft.com/office/drawing/2014/main" id="{E98D7A74-F3D3-AC08-CAAF-14B774F3B86B}"/>
              </a:ext>
            </a:extLst>
          </p:cNvPr>
          <p:cNvSpPr/>
          <p:nvPr userDrawn="1"/>
        </p:nvSpPr>
        <p:spPr>
          <a:xfrm>
            <a:off x="0" y="731520"/>
            <a:ext cx="9144000" cy="36576"/>
          </a:xfrm>
          <a:prstGeom prst="rect">
            <a:avLst/>
          </a:prstGeom>
          <a:solidFill>
            <a:schemeClr val="accent1"/>
          </a:solidFill>
          <a:ln/>
        </p:spPr>
        <p:txBody>
          <a:bodyPr/>
          <a:lstStyle/>
          <a:p>
            <a:endParaRPr lang="en-NL" sz="1800"/>
          </a:p>
        </p:txBody>
      </p:sp>
      <p:sp>
        <p:nvSpPr>
          <p:cNvPr id="7" name="Shape 3">
            <a:extLst>
              <a:ext uri="{FF2B5EF4-FFF2-40B4-BE49-F238E27FC236}">
                <a16:creationId xmlns:a16="http://schemas.microsoft.com/office/drawing/2014/main" id="{81CDA91B-900A-35C4-D0C0-C7B805BC6D9E}"/>
              </a:ext>
            </a:extLst>
          </p:cNvPr>
          <p:cNvSpPr/>
          <p:nvPr userDrawn="1"/>
        </p:nvSpPr>
        <p:spPr>
          <a:xfrm>
            <a:off x="320039" y="896112"/>
            <a:ext cx="8528125" cy="3934506"/>
          </a:xfrm>
          <a:prstGeom prst="rect">
            <a:avLst/>
          </a:prstGeom>
          <a:solidFill>
            <a:srgbClr val="FFFFFF"/>
          </a:solidFill>
          <a:ln/>
          <a:effectLst>
            <a:outerShdw blurRad="127000" dist="38100" dir="8100000" algn="bl" rotWithShape="0">
              <a:srgbClr val="000000">
                <a:alpha val="12000"/>
              </a:srgbClr>
            </a:outerShdw>
          </a:effectLst>
        </p:spPr>
        <p:txBody>
          <a:bodyPr/>
          <a:lstStyle/>
          <a:p>
            <a:endParaRPr lang="en-NL" sz="1800"/>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568071" y="1243086"/>
            <a:ext cx="8163554" cy="3300397"/>
          </a:xfrm>
          <a:prstGeom prst="rect">
            <a:avLst/>
          </a:prstGeom>
        </p:spPr>
        <p:txBody>
          <a:bodyPr/>
          <a:lstStyle>
            <a:lvl1pPr>
              <a:defRPr sz="2400"/>
            </a:lvl1pPr>
            <a:lvl2pPr>
              <a:defRPr sz="2000"/>
            </a:lvl2pPr>
            <a:lvl3pPr>
              <a:defRPr sz="1800"/>
            </a:lvl3pPr>
            <a:lvl4pPr>
              <a:defRPr sz="1600"/>
            </a:lvl4pPr>
            <a:lvl5pPr>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568069" y="961203"/>
            <a:ext cx="8163554"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5" name="Graphic 4">
            <a:extLst>
              <a:ext uri="{FF2B5EF4-FFF2-40B4-BE49-F238E27FC236}">
                <a16:creationId xmlns:a16="http://schemas.microsoft.com/office/drawing/2014/main" id="{91FA2F90-7C5E-CB19-17B2-2FDE1D12466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38764850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9_Aangepaste indeling">
    <p:spTree>
      <p:nvGrpSpPr>
        <p:cNvPr id="1" name=""/>
        <p:cNvGrpSpPr/>
        <p:nvPr/>
      </p:nvGrpSpPr>
      <p:grpSpPr>
        <a:xfrm>
          <a:off x="0" y="0"/>
          <a:ext cx="0" cy="0"/>
          <a:chOff x="0" y="0"/>
          <a:chExt cx="0" cy="0"/>
        </a:xfrm>
      </p:grpSpPr>
      <p:sp>
        <p:nvSpPr>
          <p:cNvPr id="4" name="Shape 1">
            <a:extLst>
              <a:ext uri="{FF2B5EF4-FFF2-40B4-BE49-F238E27FC236}">
                <a16:creationId xmlns:a16="http://schemas.microsoft.com/office/drawing/2014/main" id="{E98D7A74-F3D3-AC08-CAAF-14B774F3B86B}"/>
              </a:ext>
            </a:extLst>
          </p:cNvPr>
          <p:cNvSpPr/>
          <p:nvPr userDrawn="1"/>
        </p:nvSpPr>
        <p:spPr>
          <a:xfrm>
            <a:off x="0" y="731520"/>
            <a:ext cx="9144000" cy="36576"/>
          </a:xfrm>
          <a:prstGeom prst="rect">
            <a:avLst/>
          </a:prstGeom>
          <a:solidFill>
            <a:schemeClr val="accent1"/>
          </a:solidFill>
          <a:ln/>
        </p:spPr>
        <p:txBody>
          <a:bodyPr/>
          <a:lstStyle/>
          <a:p>
            <a:endParaRPr lang="en-NL" sz="1800"/>
          </a:p>
        </p:txBody>
      </p:sp>
      <p:sp>
        <p:nvSpPr>
          <p:cNvPr id="7" name="Shape 3">
            <a:extLst>
              <a:ext uri="{FF2B5EF4-FFF2-40B4-BE49-F238E27FC236}">
                <a16:creationId xmlns:a16="http://schemas.microsoft.com/office/drawing/2014/main" id="{81CDA91B-900A-35C4-D0C0-C7B805BC6D9E}"/>
              </a:ext>
            </a:extLst>
          </p:cNvPr>
          <p:cNvSpPr/>
          <p:nvPr userDrawn="1"/>
        </p:nvSpPr>
        <p:spPr>
          <a:xfrm>
            <a:off x="320039" y="896112"/>
            <a:ext cx="8528125" cy="3934506"/>
          </a:xfrm>
          <a:prstGeom prst="rect">
            <a:avLst/>
          </a:prstGeom>
          <a:solidFill>
            <a:srgbClr val="FFFFFF"/>
          </a:solidFill>
          <a:ln/>
          <a:effectLst>
            <a:outerShdw blurRad="127000" dist="38100" dir="8100000" algn="bl" rotWithShape="0">
              <a:srgbClr val="000000">
                <a:alpha val="12000"/>
              </a:srgbClr>
            </a:outerShdw>
          </a:effectLst>
        </p:spPr>
        <p:txBody>
          <a:bodyPr/>
          <a:lstStyle/>
          <a:p>
            <a:endParaRPr lang="en-NL" sz="1800"/>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568071" y="1243086"/>
            <a:ext cx="8163554" cy="3300397"/>
          </a:xfrm>
          <a:prstGeom prst="rect">
            <a:avLst/>
          </a:prstGeom>
        </p:spPr>
        <p:txBody>
          <a:bodyPr/>
          <a:lstStyle>
            <a:lvl1pPr>
              <a:defRPr sz="2400"/>
            </a:lvl1pPr>
            <a:lvl2pPr>
              <a:defRPr sz="2000"/>
            </a:lvl2pPr>
            <a:lvl3pPr>
              <a:defRPr sz="1800"/>
            </a:lvl3pPr>
            <a:lvl4pPr>
              <a:defRPr sz="1600"/>
            </a:lvl4pPr>
            <a:lvl5pPr>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568069" y="961203"/>
            <a:ext cx="8163554"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2" name="Graphic 1">
            <a:extLst>
              <a:ext uri="{FF2B5EF4-FFF2-40B4-BE49-F238E27FC236}">
                <a16:creationId xmlns:a16="http://schemas.microsoft.com/office/drawing/2014/main" id="{5DD22489-363E-E1FC-B4F2-6BE77B28336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87951" y="30202"/>
            <a:ext cx="687345" cy="801902"/>
          </a:xfrm>
          <a:prstGeom prst="rect">
            <a:avLst/>
          </a:prstGeom>
        </p:spPr>
      </p:pic>
    </p:spTree>
    <p:extLst>
      <p:ext uri="{BB962C8B-B14F-4D97-AF65-F5344CB8AC3E}">
        <p14:creationId xmlns:p14="http://schemas.microsoft.com/office/powerpoint/2010/main" val="26352968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0_Aangepaste indeling">
    <p:spTree>
      <p:nvGrpSpPr>
        <p:cNvPr id="1" name=""/>
        <p:cNvGrpSpPr/>
        <p:nvPr/>
      </p:nvGrpSpPr>
      <p:grpSpPr>
        <a:xfrm>
          <a:off x="0" y="0"/>
          <a:ext cx="0" cy="0"/>
          <a:chOff x="0" y="0"/>
          <a:chExt cx="0" cy="0"/>
        </a:xfrm>
      </p:grpSpPr>
      <p:sp>
        <p:nvSpPr>
          <p:cNvPr id="4" name="Shape 1">
            <a:extLst>
              <a:ext uri="{FF2B5EF4-FFF2-40B4-BE49-F238E27FC236}">
                <a16:creationId xmlns:a16="http://schemas.microsoft.com/office/drawing/2014/main" id="{E98D7A74-F3D3-AC08-CAAF-14B774F3B86B}"/>
              </a:ext>
            </a:extLst>
          </p:cNvPr>
          <p:cNvSpPr/>
          <p:nvPr userDrawn="1"/>
        </p:nvSpPr>
        <p:spPr>
          <a:xfrm>
            <a:off x="0" y="731520"/>
            <a:ext cx="9144000" cy="36576"/>
          </a:xfrm>
          <a:prstGeom prst="rect">
            <a:avLst/>
          </a:prstGeom>
          <a:solidFill>
            <a:schemeClr val="accent1"/>
          </a:solidFill>
          <a:ln/>
        </p:spPr>
        <p:txBody>
          <a:bodyPr/>
          <a:lstStyle/>
          <a:p>
            <a:endParaRPr lang="en-NL" sz="1800"/>
          </a:p>
        </p:txBody>
      </p:sp>
      <p:sp>
        <p:nvSpPr>
          <p:cNvPr id="7" name="Shape 3">
            <a:extLst>
              <a:ext uri="{FF2B5EF4-FFF2-40B4-BE49-F238E27FC236}">
                <a16:creationId xmlns:a16="http://schemas.microsoft.com/office/drawing/2014/main" id="{81CDA91B-900A-35C4-D0C0-C7B805BC6D9E}"/>
              </a:ext>
            </a:extLst>
          </p:cNvPr>
          <p:cNvSpPr/>
          <p:nvPr userDrawn="1"/>
        </p:nvSpPr>
        <p:spPr>
          <a:xfrm>
            <a:off x="320039" y="896112"/>
            <a:ext cx="8528125" cy="3934506"/>
          </a:xfrm>
          <a:prstGeom prst="rect">
            <a:avLst/>
          </a:prstGeom>
          <a:solidFill>
            <a:srgbClr val="FFFFFF"/>
          </a:solidFill>
          <a:ln/>
          <a:effectLst>
            <a:outerShdw blurRad="127000" dist="38100" dir="8100000" algn="bl" rotWithShape="0">
              <a:srgbClr val="000000">
                <a:alpha val="12000"/>
              </a:srgbClr>
            </a:outerShdw>
          </a:effectLst>
        </p:spPr>
        <p:txBody>
          <a:bodyPr/>
          <a:lstStyle/>
          <a:p>
            <a:endParaRPr lang="en-NL" sz="1800"/>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568071" y="1243086"/>
            <a:ext cx="8163554" cy="3300397"/>
          </a:xfrm>
          <a:prstGeom prst="rect">
            <a:avLst/>
          </a:prstGeom>
        </p:spPr>
        <p:txBody>
          <a:bodyPr/>
          <a:lstStyle>
            <a:lvl1pPr>
              <a:defRPr sz="2400"/>
            </a:lvl1pPr>
            <a:lvl2pPr>
              <a:defRPr sz="2000"/>
            </a:lvl2pPr>
            <a:lvl3pPr>
              <a:defRPr sz="1800"/>
            </a:lvl3pPr>
            <a:lvl4pPr>
              <a:defRPr sz="1600"/>
            </a:lvl4pPr>
            <a:lvl5pPr>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568069" y="961203"/>
            <a:ext cx="8163554"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3" name="Graphic 2">
            <a:extLst>
              <a:ext uri="{FF2B5EF4-FFF2-40B4-BE49-F238E27FC236}">
                <a16:creationId xmlns:a16="http://schemas.microsoft.com/office/drawing/2014/main" id="{A227A5D4-98EF-779E-1AAC-ABC5F31DFA8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3762693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angepaste indeling">
    <p:spTree>
      <p:nvGrpSpPr>
        <p:cNvPr id="1" name=""/>
        <p:cNvGrpSpPr/>
        <p:nvPr/>
      </p:nvGrpSpPr>
      <p:grpSpPr>
        <a:xfrm>
          <a:off x="0" y="0"/>
          <a:ext cx="0" cy="0"/>
          <a:chOff x="0" y="0"/>
          <a:chExt cx="0" cy="0"/>
        </a:xfrm>
      </p:grpSpPr>
      <p:sp>
        <p:nvSpPr>
          <p:cNvPr id="7" name="Text 2">
            <a:extLst>
              <a:ext uri="{FF2B5EF4-FFF2-40B4-BE49-F238E27FC236}">
                <a16:creationId xmlns:a16="http://schemas.microsoft.com/office/drawing/2014/main" id="{B9D43311-018C-34B1-4FDB-76CD41F69972}"/>
              </a:ext>
            </a:extLst>
          </p:cNvPr>
          <p:cNvSpPr/>
          <p:nvPr/>
        </p:nvSpPr>
        <p:spPr>
          <a:xfrm>
            <a:off x="365760" y="1005840"/>
            <a:ext cx="6400800" cy="1097280"/>
          </a:xfrm>
          <a:prstGeom prst="rect">
            <a:avLst/>
          </a:prstGeom>
          <a:noFill/>
          <a:ln/>
        </p:spPr>
        <p:txBody>
          <a:bodyPr wrap="square" lIns="0" tIns="0" rIns="0" bIns="0" rtlCol="0" anchor="ctr"/>
          <a:lstStyle/>
          <a:p>
            <a:pPr marL="0" indent="0">
              <a:buNone/>
            </a:pPr>
            <a:r>
              <a:rPr lang="en-US" sz="7200" b="1" kern="0" spc="600" dirty="0">
                <a:solidFill>
                  <a:schemeClr val="tx2"/>
                </a:solidFill>
                <a:latin typeface="+mj-lt"/>
                <a:ea typeface="Trebuchet MS" pitchFamily="34" charset="-122"/>
                <a:cs typeface="Trebuchet MS" pitchFamily="34" charset="-120"/>
              </a:rPr>
              <a:t>ACTUS</a:t>
            </a:r>
            <a:endParaRPr lang="en-US" sz="7200" dirty="0">
              <a:solidFill>
                <a:schemeClr val="tx2"/>
              </a:solidFill>
              <a:latin typeface="+mj-lt"/>
            </a:endParaRPr>
          </a:p>
        </p:txBody>
      </p:sp>
      <p:sp>
        <p:nvSpPr>
          <p:cNvPr id="8" name="Shape 3">
            <a:extLst>
              <a:ext uri="{FF2B5EF4-FFF2-40B4-BE49-F238E27FC236}">
                <a16:creationId xmlns:a16="http://schemas.microsoft.com/office/drawing/2014/main" id="{B665B550-38D5-25BA-B012-6A10E81CBD61}"/>
              </a:ext>
            </a:extLst>
          </p:cNvPr>
          <p:cNvSpPr/>
          <p:nvPr/>
        </p:nvSpPr>
        <p:spPr>
          <a:xfrm>
            <a:off x="365760" y="2057400"/>
            <a:ext cx="3200400" cy="45720"/>
          </a:xfrm>
          <a:prstGeom prst="rect">
            <a:avLst/>
          </a:prstGeom>
          <a:solidFill>
            <a:schemeClr val="accent1"/>
          </a:solidFill>
          <a:ln/>
        </p:spPr>
        <p:txBody>
          <a:bodyPr/>
          <a:lstStyle/>
          <a:p>
            <a:endParaRPr lang="en-NL"/>
          </a:p>
        </p:txBody>
      </p:sp>
      <p:sp>
        <p:nvSpPr>
          <p:cNvPr id="9" name="Shape 4">
            <a:extLst>
              <a:ext uri="{FF2B5EF4-FFF2-40B4-BE49-F238E27FC236}">
                <a16:creationId xmlns:a16="http://schemas.microsoft.com/office/drawing/2014/main" id="{E60337A8-7AB9-1403-8F4F-BA980D940DD6}"/>
              </a:ext>
            </a:extLst>
          </p:cNvPr>
          <p:cNvSpPr/>
          <p:nvPr/>
        </p:nvSpPr>
        <p:spPr>
          <a:xfrm>
            <a:off x="3611880" y="2011680"/>
            <a:ext cx="45720" cy="137160"/>
          </a:xfrm>
          <a:prstGeom prst="rect">
            <a:avLst/>
          </a:prstGeom>
          <a:solidFill>
            <a:schemeClr val="accent1"/>
          </a:solidFill>
          <a:ln/>
        </p:spPr>
        <p:txBody>
          <a:bodyPr/>
          <a:lstStyle/>
          <a:p>
            <a:endParaRPr lang="en-NL"/>
          </a:p>
        </p:txBody>
      </p:sp>
      <p:sp>
        <p:nvSpPr>
          <p:cNvPr id="10" name="Text 5">
            <a:extLst>
              <a:ext uri="{FF2B5EF4-FFF2-40B4-BE49-F238E27FC236}">
                <a16:creationId xmlns:a16="http://schemas.microsoft.com/office/drawing/2014/main" id="{BEBD29B0-9B16-C67B-9B43-B425DF4DB159}"/>
              </a:ext>
            </a:extLst>
          </p:cNvPr>
          <p:cNvSpPr/>
          <p:nvPr/>
        </p:nvSpPr>
        <p:spPr>
          <a:xfrm>
            <a:off x="365760" y="2212848"/>
            <a:ext cx="6400800" cy="502920"/>
          </a:xfrm>
          <a:prstGeom prst="rect">
            <a:avLst/>
          </a:prstGeom>
          <a:noFill/>
          <a:ln/>
        </p:spPr>
        <p:txBody>
          <a:bodyPr wrap="square" rtlCol="0" anchor="ctr"/>
          <a:lstStyle/>
          <a:p>
            <a:pPr marL="0" indent="0">
              <a:buNone/>
            </a:pPr>
            <a:r>
              <a:rPr lang="en-US" sz="1800" kern="0" spc="1000" dirty="0">
                <a:solidFill>
                  <a:schemeClr val="tx2"/>
                </a:solidFill>
                <a:latin typeface="+mn-lt"/>
                <a:ea typeface="Trebuchet MS" pitchFamily="34" charset="-122"/>
                <a:cs typeface="Trebuchet MS" pitchFamily="34" charset="-120"/>
              </a:rPr>
              <a:t>INSURANCE MODELING</a:t>
            </a:r>
            <a:endParaRPr lang="en-US" sz="1800" dirty="0">
              <a:solidFill>
                <a:schemeClr val="tx2"/>
              </a:solidFill>
              <a:latin typeface="+mn-lt"/>
            </a:endParaRPr>
          </a:p>
        </p:txBody>
      </p:sp>
      <p:sp>
        <p:nvSpPr>
          <p:cNvPr id="18" name="Titel 17">
            <a:extLst>
              <a:ext uri="{FF2B5EF4-FFF2-40B4-BE49-F238E27FC236}">
                <a16:creationId xmlns:a16="http://schemas.microsoft.com/office/drawing/2014/main" id="{542FF671-326D-3ADE-A31D-13D0B9B5D260}"/>
              </a:ext>
            </a:extLst>
          </p:cNvPr>
          <p:cNvSpPr>
            <a:spLocks noGrp="1"/>
          </p:cNvSpPr>
          <p:nvPr>
            <p:ph type="title" hasCustomPrompt="1"/>
          </p:nvPr>
        </p:nvSpPr>
        <p:spPr>
          <a:xfrm>
            <a:off x="365760" y="2921508"/>
            <a:ext cx="7886700" cy="993775"/>
          </a:xfrm>
          <a:prstGeom prst="rect">
            <a:avLst/>
          </a:prstGeom>
          <a:noFill/>
          <a:ln/>
        </p:spPr>
        <p:txBody>
          <a:bodyPr wrap="square" rtlCol="0" anchor="t"/>
          <a:lstStyle>
            <a:lvl1pPr>
              <a:defRPr lang="en-NL" sz="1600">
                <a:solidFill>
                  <a:schemeClr val="tx2"/>
                </a:solidFill>
                <a:latin typeface="+mj-lt"/>
                <a:ea typeface="13" pitchFamily="34" charset="-122"/>
                <a:cs typeface="13" pitchFamily="34" charset="-120"/>
              </a:defRPr>
            </a:lvl1pPr>
          </a:lstStyle>
          <a:p>
            <a:pPr marL="0" lvl="0" indent="0" algn="l">
              <a:lnSpc>
                <a:spcPct val="150000"/>
              </a:lnSpc>
            </a:pPr>
            <a:r>
              <a:rPr lang="nl-NL" dirty="0" err="1"/>
              <a:t>Title</a:t>
            </a:r>
            <a:endParaRPr lang="en-NL" dirty="0"/>
          </a:p>
        </p:txBody>
      </p:sp>
      <p:pic>
        <p:nvPicPr>
          <p:cNvPr id="2" name="Graphic 1">
            <a:extLst>
              <a:ext uri="{FF2B5EF4-FFF2-40B4-BE49-F238E27FC236}">
                <a16:creationId xmlns:a16="http://schemas.microsoft.com/office/drawing/2014/main" id="{CE0F2567-F96A-3150-5255-C3998B2CD4E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087907" y="246888"/>
            <a:ext cx="1853619" cy="2162556"/>
          </a:xfrm>
          <a:prstGeom prst="rect">
            <a:avLst/>
          </a:prstGeom>
        </p:spPr>
      </p:pic>
    </p:spTree>
    <p:extLst>
      <p:ext uri="{BB962C8B-B14F-4D97-AF65-F5344CB8AC3E}">
        <p14:creationId xmlns:p14="http://schemas.microsoft.com/office/powerpoint/2010/main" val="16583125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Aangepaste indelin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3D3BF20-B66A-D586-139E-9C8543F05202}"/>
              </a:ext>
            </a:extLst>
          </p:cNvPr>
          <p:cNvSpPr/>
          <p:nvPr/>
        </p:nvSpPr>
        <p:spPr>
          <a:xfrm>
            <a:off x="0" y="0"/>
            <a:ext cx="9144000" cy="731520"/>
          </a:xfrm>
          <a:prstGeom prst="rect">
            <a:avLst/>
          </a:prstGeom>
          <a:solidFill>
            <a:srgbClr val="1C2B39"/>
          </a:solidFill>
          <a:ln/>
        </p:spPr>
        <p:txBody>
          <a:bodyPr/>
          <a:lstStyle/>
          <a:p>
            <a:endParaRPr lang="en-NL"/>
          </a:p>
        </p:txBody>
      </p:sp>
      <p:sp>
        <p:nvSpPr>
          <p:cNvPr id="4" name="Shape 1">
            <a:extLst>
              <a:ext uri="{FF2B5EF4-FFF2-40B4-BE49-F238E27FC236}">
                <a16:creationId xmlns:a16="http://schemas.microsoft.com/office/drawing/2014/main" id="{E98D7A74-F3D3-AC08-CAAF-14B774F3B86B}"/>
              </a:ext>
            </a:extLst>
          </p:cNvPr>
          <p:cNvSpPr/>
          <p:nvPr/>
        </p:nvSpPr>
        <p:spPr>
          <a:xfrm>
            <a:off x="0" y="731520"/>
            <a:ext cx="9144000" cy="36576"/>
          </a:xfrm>
          <a:prstGeom prst="rect">
            <a:avLst/>
          </a:prstGeom>
          <a:solidFill>
            <a:srgbClr val="D4891A"/>
          </a:solidFill>
          <a:ln/>
        </p:spPr>
        <p:txBody>
          <a:bodyPr/>
          <a:lstStyle/>
          <a:p>
            <a:endParaRPr lang="en-NL"/>
          </a:p>
        </p:txBody>
      </p:sp>
      <p:sp>
        <p:nvSpPr>
          <p:cNvPr id="7" name="Shape 3">
            <a:extLst>
              <a:ext uri="{FF2B5EF4-FFF2-40B4-BE49-F238E27FC236}">
                <a16:creationId xmlns:a16="http://schemas.microsoft.com/office/drawing/2014/main" id="{81CDA91B-900A-35C4-D0C0-C7B805BC6D9E}"/>
              </a:ext>
            </a:extLst>
          </p:cNvPr>
          <p:cNvSpPr/>
          <p:nvPr/>
        </p:nvSpPr>
        <p:spPr>
          <a:xfrm>
            <a:off x="320040" y="896112"/>
            <a:ext cx="4069080" cy="3934506"/>
          </a:xfrm>
          <a:prstGeom prst="rect">
            <a:avLst/>
          </a:prstGeom>
          <a:solidFill>
            <a:srgbClr val="FFFFFF"/>
          </a:solidFill>
          <a:ln/>
          <a:effectLst>
            <a:outerShdw blurRad="127000" dist="38100" dir="8100000" algn="bl" rotWithShape="0">
              <a:srgbClr val="000000">
                <a:alpha val="12000"/>
              </a:srgbClr>
            </a:outerShdw>
          </a:effectLst>
        </p:spPr>
        <p:txBody>
          <a:bodyPr/>
          <a:lstStyle/>
          <a:p>
            <a:endParaRPr lang="en-NL"/>
          </a:p>
        </p:txBody>
      </p:sp>
      <p:sp>
        <p:nvSpPr>
          <p:cNvPr id="14" name="Shape 9">
            <a:extLst>
              <a:ext uri="{FF2B5EF4-FFF2-40B4-BE49-F238E27FC236}">
                <a16:creationId xmlns:a16="http://schemas.microsoft.com/office/drawing/2014/main" id="{4C0F9A8C-D2D4-44C6-91D8-65A194DEC50D}"/>
              </a:ext>
            </a:extLst>
          </p:cNvPr>
          <p:cNvSpPr/>
          <p:nvPr/>
        </p:nvSpPr>
        <p:spPr>
          <a:xfrm>
            <a:off x="4754880" y="896112"/>
            <a:ext cx="4069080" cy="3934506"/>
          </a:xfrm>
          <a:prstGeom prst="rect">
            <a:avLst/>
          </a:prstGeom>
          <a:solidFill>
            <a:srgbClr val="1C2B39"/>
          </a:solidFill>
          <a:ln/>
          <a:effectLst>
            <a:outerShdw blurRad="127000" dist="38100" dir="8100000" algn="bl" rotWithShape="0">
              <a:srgbClr val="000000">
                <a:alpha val="12000"/>
              </a:srgbClr>
            </a:outerShdw>
          </a:effectLst>
        </p:spPr>
        <p:txBody>
          <a:bodyPr/>
          <a:lstStyle/>
          <a:p>
            <a:endParaRPr lang="en-NL"/>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568070" y="1243085"/>
            <a:ext cx="3581717" cy="3300397"/>
          </a:xfrm>
          <a:prstGeom prst="rect">
            <a:avLst/>
          </a:prstGeom>
        </p:spPr>
        <p:txBody>
          <a:bodyPr/>
          <a:lstStyle>
            <a:lvl1pPr>
              <a:defRPr sz="2400"/>
            </a:lvl1pPr>
            <a:lvl2pPr>
              <a:defRPr sz="2000"/>
            </a:lvl2pPr>
            <a:lvl3pPr>
              <a:defRPr sz="1800"/>
            </a:lvl3pPr>
            <a:lvl4pPr>
              <a:defRPr sz="1600"/>
            </a:lvl4pPr>
            <a:lvl5pPr>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568069" y="961202"/>
            <a:ext cx="3581717"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sp>
        <p:nvSpPr>
          <p:cNvPr id="47" name="Tijdelijke aanduiding voor inhoud 43">
            <a:extLst>
              <a:ext uri="{FF2B5EF4-FFF2-40B4-BE49-F238E27FC236}">
                <a16:creationId xmlns:a16="http://schemas.microsoft.com/office/drawing/2014/main" id="{78CD53EB-9DC6-73B0-15F0-ACEE573E613B}"/>
              </a:ext>
            </a:extLst>
          </p:cNvPr>
          <p:cNvSpPr>
            <a:spLocks noGrp="1"/>
          </p:cNvSpPr>
          <p:nvPr>
            <p:ph sz="quarter" idx="12"/>
          </p:nvPr>
        </p:nvSpPr>
        <p:spPr>
          <a:xfrm>
            <a:off x="4994213" y="1243085"/>
            <a:ext cx="3581717" cy="3300397"/>
          </a:xfrm>
          <a:prstGeom prst="rect">
            <a:avLst/>
          </a:prstGeom>
        </p:spPr>
        <p:txBody>
          <a:bodyPr/>
          <a:lstStyle>
            <a:lvl1pPr>
              <a:defRPr sz="2400">
                <a:solidFill>
                  <a:schemeClr val="bg2"/>
                </a:solidFill>
              </a:defRPr>
            </a:lvl1pPr>
            <a:lvl2pPr>
              <a:defRPr sz="2000">
                <a:solidFill>
                  <a:schemeClr val="bg2"/>
                </a:solidFill>
              </a:defRPr>
            </a:lvl2pPr>
            <a:lvl3pPr>
              <a:defRPr sz="1800">
                <a:solidFill>
                  <a:schemeClr val="bg2"/>
                </a:solidFill>
              </a:defRPr>
            </a:lvl3pPr>
            <a:lvl4pPr>
              <a:defRPr sz="1600">
                <a:solidFill>
                  <a:schemeClr val="bg2"/>
                </a:solidFill>
              </a:defRPr>
            </a:lvl4pPr>
            <a:lvl5pPr>
              <a:defRPr sz="1600">
                <a:solidFill>
                  <a:schemeClr val="bg2"/>
                </a:solidFill>
              </a:defRPr>
            </a:lvl5p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en-NL" dirty="0"/>
          </a:p>
        </p:txBody>
      </p:sp>
      <p:sp>
        <p:nvSpPr>
          <p:cNvPr id="48" name="Tijdelijke aanduiding voor tekst 45">
            <a:extLst>
              <a:ext uri="{FF2B5EF4-FFF2-40B4-BE49-F238E27FC236}">
                <a16:creationId xmlns:a16="http://schemas.microsoft.com/office/drawing/2014/main" id="{7F302EB1-939F-1CE8-1AB8-C1CD757BE655}"/>
              </a:ext>
            </a:extLst>
          </p:cNvPr>
          <p:cNvSpPr>
            <a:spLocks noGrp="1"/>
          </p:cNvSpPr>
          <p:nvPr>
            <p:ph type="body" sz="quarter" idx="13" hasCustomPrompt="1"/>
          </p:nvPr>
        </p:nvSpPr>
        <p:spPr>
          <a:xfrm>
            <a:off x="4994212" y="961202"/>
            <a:ext cx="3581717"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2" name="Graphic 1">
            <a:extLst>
              <a:ext uri="{FF2B5EF4-FFF2-40B4-BE49-F238E27FC236}">
                <a16:creationId xmlns:a16="http://schemas.microsoft.com/office/drawing/2014/main" id="{75C2220A-5831-914A-F76C-BEECAB15FC2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12284985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4_Aangepaste indelin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3D3BF20-B66A-D586-139E-9C8543F05202}"/>
              </a:ext>
            </a:extLst>
          </p:cNvPr>
          <p:cNvSpPr/>
          <p:nvPr/>
        </p:nvSpPr>
        <p:spPr>
          <a:xfrm>
            <a:off x="0" y="0"/>
            <a:ext cx="9144000" cy="731520"/>
          </a:xfrm>
          <a:prstGeom prst="rect">
            <a:avLst/>
          </a:prstGeom>
          <a:solidFill>
            <a:srgbClr val="1C2B39"/>
          </a:solidFill>
          <a:ln/>
        </p:spPr>
        <p:txBody>
          <a:bodyPr/>
          <a:lstStyle/>
          <a:p>
            <a:endParaRPr lang="en-NL"/>
          </a:p>
        </p:txBody>
      </p:sp>
      <p:sp>
        <p:nvSpPr>
          <p:cNvPr id="4" name="Shape 1">
            <a:extLst>
              <a:ext uri="{FF2B5EF4-FFF2-40B4-BE49-F238E27FC236}">
                <a16:creationId xmlns:a16="http://schemas.microsoft.com/office/drawing/2014/main" id="{E98D7A74-F3D3-AC08-CAAF-14B774F3B86B}"/>
              </a:ext>
            </a:extLst>
          </p:cNvPr>
          <p:cNvSpPr/>
          <p:nvPr/>
        </p:nvSpPr>
        <p:spPr>
          <a:xfrm>
            <a:off x="0" y="731520"/>
            <a:ext cx="9144000" cy="36576"/>
          </a:xfrm>
          <a:prstGeom prst="rect">
            <a:avLst/>
          </a:prstGeom>
          <a:solidFill>
            <a:srgbClr val="D4891A"/>
          </a:solidFill>
          <a:ln/>
        </p:spPr>
        <p:txBody>
          <a:bodyPr/>
          <a:lstStyle/>
          <a:p>
            <a:endParaRPr lang="en-NL"/>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568070" y="1243085"/>
            <a:ext cx="3581717" cy="3300397"/>
          </a:xfrm>
          <a:prstGeom prst="rect">
            <a:avLst/>
          </a:prstGeom>
        </p:spPr>
        <p:txBody>
          <a:bodyPr/>
          <a:lstStyle>
            <a:lvl1pPr>
              <a:defRPr sz="2400"/>
            </a:lvl1pPr>
            <a:lvl2pPr>
              <a:defRPr sz="2000"/>
            </a:lvl2pPr>
            <a:lvl3pPr>
              <a:defRPr sz="1800"/>
            </a:lvl3pPr>
            <a:lvl4pPr>
              <a:defRPr sz="1600"/>
            </a:lvl4pPr>
            <a:lvl5pPr>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568069" y="961202"/>
            <a:ext cx="3581717"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sp>
        <p:nvSpPr>
          <p:cNvPr id="47" name="Tijdelijke aanduiding voor inhoud 43">
            <a:extLst>
              <a:ext uri="{FF2B5EF4-FFF2-40B4-BE49-F238E27FC236}">
                <a16:creationId xmlns:a16="http://schemas.microsoft.com/office/drawing/2014/main" id="{78CD53EB-9DC6-73B0-15F0-ACEE573E613B}"/>
              </a:ext>
            </a:extLst>
          </p:cNvPr>
          <p:cNvSpPr>
            <a:spLocks noGrp="1"/>
          </p:cNvSpPr>
          <p:nvPr>
            <p:ph sz="quarter" idx="12"/>
          </p:nvPr>
        </p:nvSpPr>
        <p:spPr>
          <a:xfrm>
            <a:off x="4994213" y="1243085"/>
            <a:ext cx="3581717" cy="3300397"/>
          </a:xfrm>
          <a:prstGeom prst="rect">
            <a:avLst/>
          </a:prstGeom>
        </p:spPr>
        <p:txBody>
          <a:bodyPr/>
          <a:lstStyle>
            <a:lvl1pPr>
              <a:defRPr lang="nl-NL" sz="2400" dirty="0"/>
            </a:lvl1pPr>
            <a:lvl2pPr>
              <a:defRPr lang="nl-NL" sz="2000" dirty="0"/>
            </a:lvl2pPr>
            <a:lvl3pPr>
              <a:defRPr lang="nl-NL" sz="1800" dirty="0"/>
            </a:lvl3pPr>
            <a:lvl4pPr>
              <a:defRPr lang="nl-NL" sz="1600" dirty="0"/>
            </a:lvl4pPr>
            <a:lvl5pPr>
              <a:defRPr lang="en-NL" sz="1600" dirty="0"/>
            </a:lvl5p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en-NL" dirty="0"/>
          </a:p>
        </p:txBody>
      </p:sp>
      <p:sp>
        <p:nvSpPr>
          <p:cNvPr id="48" name="Tijdelijke aanduiding voor tekst 45">
            <a:extLst>
              <a:ext uri="{FF2B5EF4-FFF2-40B4-BE49-F238E27FC236}">
                <a16:creationId xmlns:a16="http://schemas.microsoft.com/office/drawing/2014/main" id="{7F302EB1-939F-1CE8-1AB8-C1CD757BE655}"/>
              </a:ext>
            </a:extLst>
          </p:cNvPr>
          <p:cNvSpPr>
            <a:spLocks noGrp="1"/>
          </p:cNvSpPr>
          <p:nvPr>
            <p:ph type="body" sz="quarter" idx="13" hasCustomPrompt="1"/>
          </p:nvPr>
        </p:nvSpPr>
        <p:spPr>
          <a:xfrm>
            <a:off x="4994212" y="961202"/>
            <a:ext cx="3581717"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2" name="Graphic 1">
            <a:extLst>
              <a:ext uri="{FF2B5EF4-FFF2-40B4-BE49-F238E27FC236}">
                <a16:creationId xmlns:a16="http://schemas.microsoft.com/office/drawing/2014/main" id="{F6D61C92-BCEE-49DD-B1CC-17BBEDD2CCE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10589606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5_Aangepaste indelin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3D3BF20-B66A-D586-139E-9C8543F05202}"/>
              </a:ext>
            </a:extLst>
          </p:cNvPr>
          <p:cNvSpPr/>
          <p:nvPr/>
        </p:nvSpPr>
        <p:spPr>
          <a:xfrm>
            <a:off x="0" y="0"/>
            <a:ext cx="9144000" cy="731520"/>
          </a:xfrm>
          <a:prstGeom prst="rect">
            <a:avLst/>
          </a:prstGeom>
          <a:solidFill>
            <a:srgbClr val="1C2B39"/>
          </a:solidFill>
          <a:ln/>
        </p:spPr>
        <p:txBody>
          <a:bodyPr/>
          <a:lstStyle/>
          <a:p>
            <a:endParaRPr lang="en-NL"/>
          </a:p>
        </p:txBody>
      </p:sp>
      <p:sp>
        <p:nvSpPr>
          <p:cNvPr id="4" name="Shape 1">
            <a:extLst>
              <a:ext uri="{FF2B5EF4-FFF2-40B4-BE49-F238E27FC236}">
                <a16:creationId xmlns:a16="http://schemas.microsoft.com/office/drawing/2014/main" id="{E98D7A74-F3D3-AC08-CAAF-14B774F3B86B}"/>
              </a:ext>
            </a:extLst>
          </p:cNvPr>
          <p:cNvSpPr/>
          <p:nvPr/>
        </p:nvSpPr>
        <p:spPr>
          <a:xfrm>
            <a:off x="0" y="731520"/>
            <a:ext cx="9144000" cy="36576"/>
          </a:xfrm>
          <a:prstGeom prst="rect">
            <a:avLst/>
          </a:prstGeom>
          <a:solidFill>
            <a:srgbClr val="D4891A"/>
          </a:solidFill>
          <a:ln/>
        </p:spPr>
        <p:txBody>
          <a:bodyPr/>
          <a:lstStyle/>
          <a:p>
            <a:endParaRPr lang="en-NL"/>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333942" y="1243085"/>
            <a:ext cx="8397682" cy="3691986"/>
          </a:xfrm>
          <a:prstGeom prst="rect">
            <a:avLst/>
          </a:prstGeom>
          <a:solidFill>
            <a:srgbClr val="FFFFFF"/>
          </a:solidFill>
          <a:ln/>
          <a:effectLst>
            <a:outerShdw blurRad="127000" dist="38100" dir="8100000" algn="bl" rotWithShape="0">
              <a:srgbClr val="000000">
                <a:alpha val="12000"/>
              </a:srgbClr>
            </a:outerShdw>
          </a:effectLst>
        </p:spPr>
        <p:txBody>
          <a:bodyPr/>
          <a:lstStyle>
            <a:lvl1pPr>
              <a:defRPr lang="nl-NL" sz="1800"/>
            </a:lvl1pPr>
            <a:lvl2pPr>
              <a:defRPr lang="nl-NL" sz="1800"/>
            </a:lvl2pPr>
            <a:lvl3pPr>
              <a:defRPr lang="nl-NL" sz="1800"/>
            </a:lvl3pPr>
            <a:lvl4pPr>
              <a:defRPr lang="nl-NL" sz="1800"/>
            </a:lvl4pPr>
            <a:lvl5pPr>
              <a:defRPr lang="en-NL" sz="1800"/>
            </a:lvl5pPr>
          </a:lstStyle>
          <a:p>
            <a:pPr marL="0" lvl="0"/>
            <a:r>
              <a:rPr lang="nl-NL"/>
              <a:t>Klikken om de tekststijl van het model te bewerken</a:t>
            </a:r>
          </a:p>
          <a:p>
            <a:pPr marL="457200" lvl="1"/>
            <a:r>
              <a:rPr lang="nl-NL"/>
              <a:t>Tweede niveau</a:t>
            </a:r>
          </a:p>
          <a:p>
            <a:pPr marL="914400" lvl="2"/>
            <a:r>
              <a:rPr lang="nl-NL"/>
              <a:t>Derde niveau</a:t>
            </a:r>
          </a:p>
          <a:p>
            <a:pPr marL="1371600" lvl="3"/>
            <a:r>
              <a:rPr lang="nl-NL"/>
              <a:t>Vierde niveau</a:t>
            </a:r>
          </a:p>
          <a:p>
            <a:pPr marL="1828800"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333941" y="961202"/>
            <a:ext cx="8397682" cy="24428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2" name="Graphic 1">
            <a:extLst>
              <a:ext uri="{FF2B5EF4-FFF2-40B4-BE49-F238E27FC236}">
                <a16:creationId xmlns:a16="http://schemas.microsoft.com/office/drawing/2014/main" id="{0AC2E45B-12F5-E700-5726-AB8FFB8AD40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521766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_Aangepaste indelin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3D3BF20-B66A-D586-139E-9C8543F05202}"/>
              </a:ext>
            </a:extLst>
          </p:cNvPr>
          <p:cNvSpPr/>
          <p:nvPr/>
        </p:nvSpPr>
        <p:spPr>
          <a:xfrm>
            <a:off x="0" y="0"/>
            <a:ext cx="9144000" cy="731520"/>
          </a:xfrm>
          <a:prstGeom prst="rect">
            <a:avLst/>
          </a:prstGeom>
          <a:solidFill>
            <a:srgbClr val="1C2B39"/>
          </a:solidFill>
          <a:ln/>
        </p:spPr>
        <p:txBody>
          <a:bodyPr/>
          <a:lstStyle/>
          <a:p>
            <a:endParaRPr lang="en-NL"/>
          </a:p>
        </p:txBody>
      </p:sp>
      <p:sp>
        <p:nvSpPr>
          <p:cNvPr id="4" name="Shape 1">
            <a:extLst>
              <a:ext uri="{FF2B5EF4-FFF2-40B4-BE49-F238E27FC236}">
                <a16:creationId xmlns:a16="http://schemas.microsoft.com/office/drawing/2014/main" id="{E98D7A74-F3D3-AC08-CAAF-14B774F3B86B}"/>
              </a:ext>
            </a:extLst>
          </p:cNvPr>
          <p:cNvSpPr/>
          <p:nvPr/>
        </p:nvSpPr>
        <p:spPr>
          <a:xfrm>
            <a:off x="0" y="731520"/>
            <a:ext cx="9144000" cy="36576"/>
          </a:xfrm>
          <a:prstGeom prst="rect">
            <a:avLst/>
          </a:prstGeom>
          <a:solidFill>
            <a:srgbClr val="D4891A"/>
          </a:solidFill>
          <a:ln/>
        </p:spPr>
        <p:txBody>
          <a:bodyPr/>
          <a:lstStyle/>
          <a:p>
            <a:endParaRPr lang="en-NL"/>
          </a:p>
        </p:txBody>
      </p:sp>
      <p:sp>
        <p:nvSpPr>
          <p:cNvPr id="7" name="Shape 3">
            <a:extLst>
              <a:ext uri="{FF2B5EF4-FFF2-40B4-BE49-F238E27FC236}">
                <a16:creationId xmlns:a16="http://schemas.microsoft.com/office/drawing/2014/main" id="{81CDA91B-900A-35C4-D0C0-C7B805BC6D9E}"/>
              </a:ext>
            </a:extLst>
          </p:cNvPr>
          <p:cNvSpPr/>
          <p:nvPr/>
        </p:nvSpPr>
        <p:spPr>
          <a:xfrm>
            <a:off x="320039" y="896112"/>
            <a:ext cx="8528125" cy="3934506"/>
          </a:xfrm>
          <a:prstGeom prst="rect">
            <a:avLst/>
          </a:prstGeom>
          <a:solidFill>
            <a:srgbClr val="FFFFFF"/>
          </a:solidFill>
          <a:ln/>
          <a:effectLst>
            <a:outerShdw blurRad="127000" dist="38100" dir="8100000" algn="bl" rotWithShape="0">
              <a:srgbClr val="000000">
                <a:alpha val="12000"/>
              </a:srgbClr>
            </a:outerShdw>
          </a:effectLst>
        </p:spPr>
        <p:txBody>
          <a:bodyPr/>
          <a:lstStyle/>
          <a:p>
            <a:endParaRPr lang="en-NL"/>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pic>
        <p:nvPicPr>
          <p:cNvPr id="42" name="Graphic 41">
            <a:extLst>
              <a:ext uri="{FF2B5EF4-FFF2-40B4-BE49-F238E27FC236}">
                <a16:creationId xmlns:a16="http://schemas.microsoft.com/office/drawing/2014/main" id="{B461AC38-3F14-D93D-CA57-E7146EB6D70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21878" y="28479"/>
            <a:ext cx="720885" cy="841032"/>
          </a:xfrm>
          <a:prstGeom prst="rect">
            <a:avLst/>
          </a:prstGeom>
        </p:spPr>
      </p:pic>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568070" y="1243085"/>
            <a:ext cx="8163554" cy="3300397"/>
          </a:xfrm>
          <a:prstGeom prst="rect">
            <a:avLst/>
          </a:prstGeom>
        </p:spPr>
        <p:txBody>
          <a:bodyPr/>
          <a:lstStyle>
            <a:lvl1pPr>
              <a:defRPr sz="2400"/>
            </a:lvl1pPr>
            <a:lvl2pPr>
              <a:defRPr sz="2000"/>
            </a:lvl2pPr>
            <a:lvl3pPr>
              <a:defRPr sz="1800"/>
            </a:lvl3pPr>
            <a:lvl4pPr>
              <a:defRPr sz="1600"/>
            </a:lvl4pPr>
            <a:lvl5pPr>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568069" y="961202"/>
            <a:ext cx="8163554"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spTree>
    <p:extLst>
      <p:ext uri="{BB962C8B-B14F-4D97-AF65-F5344CB8AC3E}">
        <p14:creationId xmlns:p14="http://schemas.microsoft.com/office/powerpoint/2010/main" val="38536463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angepaste indeling">
    <p:spTree>
      <p:nvGrpSpPr>
        <p:cNvPr id="1" name=""/>
        <p:cNvGrpSpPr/>
        <p:nvPr/>
      </p:nvGrpSpPr>
      <p:grpSpPr>
        <a:xfrm>
          <a:off x="0" y="0"/>
          <a:ext cx="0" cy="0"/>
          <a:chOff x="0" y="0"/>
          <a:chExt cx="0" cy="0"/>
        </a:xfrm>
      </p:grpSpPr>
      <p:sp>
        <p:nvSpPr>
          <p:cNvPr id="7" name="Text 2">
            <a:extLst>
              <a:ext uri="{FF2B5EF4-FFF2-40B4-BE49-F238E27FC236}">
                <a16:creationId xmlns:a16="http://schemas.microsoft.com/office/drawing/2014/main" id="{B9D43311-018C-34B1-4FDB-76CD41F69972}"/>
              </a:ext>
            </a:extLst>
          </p:cNvPr>
          <p:cNvSpPr/>
          <p:nvPr/>
        </p:nvSpPr>
        <p:spPr>
          <a:xfrm>
            <a:off x="365760" y="1005840"/>
            <a:ext cx="6400800" cy="1097280"/>
          </a:xfrm>
          <a:prstGeom prst="rect">
            <a:avLst/>
          </a:prstGeom>
          <a:noFill/>
          <a:ln/>
        </p:spPr>
        <p:txBody>
          <a:bodyPr wrap="square" lIns="0" tIns="0" rIns="0" bIns="0" rtlCol="0" anchor="ctr"/>
          <a:lstStyle/>
          <a:p>
            <a:pPr marL="0" indent="0">
              <a:buNone/>
            </a:pPr>
            <a:r>
              <a:rPr lang="en-US" sz="7200" b="1" kern="0" spc="600" dirty="0">
                <a:solidFill>
                  <a:srgbClr val="FFFFFF"/>
                </a:solidFill>
                <a:latin typeface="+mj-lt"/>
                <a:ea typeface="Trebuchet MS" pitchFamily="34" charset="-122"/>
                <a:cs typeface="Trebuchet MS" pitchFamily="34" charset="-120"/>
              </a:rPr>
              <a:t>ACTUS</a:t>
            </a:r>
            <a:endParaRPr lang="en-US" sz="7200" dirty="0">
              <a:latin typeface="+mj-lt"/>
            </a:endParaRPr>
          </a:p>
        </p:txBody>
      </p:sp>
      <p:sp>
        <p:nvSpPr>
          <p:cNvPr id="8" name="Shape 3">
            <a:extLst>
              <a:ext uri="{FF2B5EF4-FFF2-40B4-BE49-F238E27FC236}">
                <a16:creationId xmlns:a16="http://schemas.microsoft.com/office/drawing/2014/main" id="{B665B550-38D5-25BA-B012-6A10E81CBD61}"/>
              </a:ext>
            </a:extLst>
          </p:cNvPr>
          <p:cNvSpPr/>
          <p:nvPr/>
        </p:nvSpPr>
        <p:spPr>
          <a:xfrm>
            <a:off x="365760" y="2057400"/>
            <a:ext cx="3200400" cy="45720"/>
          </a:xfrm>
          <a:prstGeom prst="rect">
            <a:avLst/>
          </a:prstGeom>
          <a:solidFill>
            <a:schemeClr val="accent1"/>
          </a:solidFill>
          <a:ln/>
        </p:spPr>
        <p:txBody>
          <a:bodyPr/>
          <a:lstStyle/>
          <a:p>
            <a:endParaRPr lang="en-NL"/>
          </a:p>
        </p:txBody>
      </p:sp>
      <p:sp>
        <p:nvSpPr>
          <p:cNvPr id="9" name="Shape 4">
            <a:extLst>
              <a:ext uri="{FF2B5EF4-FFF2-40B4-BE49-F238E27FC236}">
                <a16:creationId xmlns:a16="http://schemas.microsoft.com/office/drawing/2014/main" id="{E60337A8-7AB9-1403-8F4F-BA980D940DD6}"/>
              </a:ext>
            </a:extLst>
          </p:cNvPr>
          <p:cNvSpPr/>
          <p:nvPr/>
        </p:nvSpPr>
        <p:spPr>
          <a:xfrm>
            <a:off x="3611880" y="2011680"/>
            <a:ext cx="45720" cy="137160"/>
          </a:xfrm>
          <a:prstGeom prst="rect">
            <a:avLst/>
          </a:prstGeom>
          <a:solidFill>
            <a:schemeClr val="accent1"/>
          </a:solidFill>
          <a:ln/>
        </p:spPr>
        <p:txBody>
          <a:bodyPr/>
          <a:lstStyle/>
          <a:p>
            <a:endParaRPr lang="en-NL"/>
          </a:p>
        </p:txBody>
      </p:sp>
      <p:sp>
        <p:nvSpPr>
          <p:cNvPr id="10" name="Text 5">
            <a:extLst>
              <a:ext uri="{FF2B5EF4-FFF2-40B4-BE49-F238E27FC236}">
                <a16:creationId xmlns:a16="http://schemas.microsoft.com/office/drawing/2014/main" id="{BEBD29B0-9B16-C67B-9B43-B425DF4DB159}"/>
              </a:ext>
            </a:extLst>
          </p:cNvPr>
          <p:cNvSpPr/>
          <p:nvPr/>
        </p:nvSpPr>
        <p:spPr>
          <a:xfrm>
            <a:off x="365760" y="2212848"/>
            <a:ext cx="6400800" cy="502920"/>
          </a:xfrm>
          <a:prstGeom prst="rect">
            <a:avLst/>
          </a:prstGeom>
          <a:noFill/>
          <a:ln/>
        </p:spPr>
        <p:txBody>
          <a:bodyPr wrap="square" rtlCol="0" anchor="ctr"/>
          <a:lstStyle/>
          <a:p>
            <a:pPr marL="0" indent="0">
              <a:buNone/>
            </a:pPr>
            <a:r>
              <a:rPr lang="en-US" sz="1800" kern="0" spc="1000" dirty="0">
                <a:solidFill>
                  <a:schemeClr val="accent3"/>
                </a:solidFill>
                <a:latin typeface="+mn-lt"/>
                <a:ea typeface="Trebuchet MS" pitchFamily="34" charset="-122"/>
                <a:cs typeface="Trebuchet MS" pitchFamily="34" charset="-120"/>
              </a:rPr>
              <a:t>INSURANCE MODELING</a:t>
            </a:r>
            <a:endParaRPr lang="en-US" sz="1800" dirty="0">
              <a:solidFill>
                <a:schemeClr val="accent3"/>
              </a:solidFill>
              <a:latin typeface="+mn-lt"/>
            </a:endParaRPr>
          </a:p>
        </p:txBody>
      </p:sp>
      <p:sp>
        <p:nvSpPr>
          <p:cNvPr id="18" name="Titel 17">
            <a:extLst>
              <a:ext uri="{FF2B5EF4-FFF2-40B4-BE49-F238E27FC236}">
                <a16:creationId xmlns:a16="http://schemas.microsoft.com/office/drawing/2014/main" id="{542FF671-326D-3ADE-A31D-13D0B9B5D260}"/>
              </a:ext>
            </a:extLst>
          </p:cNvPr>
          <p:cNvSpPr>
            <a:spLocks noGrp="1"/>
          </p:cNvSpPr>
          <p:nvPr>
            <p:ph type="title" hasCustomPrompt="1"/>
          </p:nvPr>
        </p:nvSpPr>
        <p:spPr>
          <a:xfrm>
            <a:off x="365760" y="2921508"/>
            <a:ext cx="7886700" cy="993775"/>
          </a:xfrm>
          <a:prstGeom prst="rect">
            <a:avLst/>
          </a:prstGeom>
          <a:noFill/>
          <a:ln/>
        </p:spPr>
        <p:txBody>
          <a:bodyPr wrap="square" rtlCol="0" anchor="t"/>
          <a:lstStyle>
            <a:lvl1pPr>
              <a:defRPr lang="en-NL" sz="1600">
                <a:solidFill>
                  <a:schemeClr val="accent3"/>
                </a:solidFill>
                <a:latin typeface="+mj-lt"/>
                <a:ea typeface="13" pitchFamily="34" charset="-122"/>
                <a:cs typeface="13" pitchFamily="34" charset="-120"/>
              </a:defRPr>
            </a:lvl1pPr>
          </a:lstStyle>
          <a:p>
            <a:pPr marL="0" lvl="0" indent="0" algn="l">
              <a:lnSpc>
                <a:spcPct val="150000"/>
              </a:lnSpc>
            </a:pPr>
            <a:r>
              <a:rPr lang="nl-NL" dirty="0" err="1"/>
              <a:t>Title</a:t>
            </a:r>
            <a:endParaRPr lang="en-NL" dirty="0"/>
          </a:p>
        </p:txBody>
      </p:sp>
      <p:pic>
        <p:nvPicPr>
          <p:cNvPr id="3" name="Graphic 2">
            <a:extLst>
              <a:ext uri="{FF2B5EF4-FFF2-40B4-BE49-F238E27FC236}">
                <a16:creationId xmlns:a16="http://schemas.microsoft.com/office/drawing/2014/main" id="{40353DC4-BA50-1CCC-38D9-B93CA338F4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087907" y="246888"/>
            <a:ext cx="1853619" cy="2162556"/>
          </a:xfrm>
          <a:prstGeom prst="rect">
            <a:avLst/>
          </a:prstGeom>
        </p:spPr>
      </p:pic>
      <p:pic>
        <p:nvPicPr>
          <p:cNvPr id="2" name="Graphic 1">
            <a:extLst>
              <a:ext uri="{FF2B5EF4-FFF2-40B4-BE49-F238E27FC236}">
                <a16:creationId xmlns:a16="http://schemas.microsoft.com/office/drawing/2014/main" id="{4D2FEF0C-9B28-5488-8252-B181663FB2D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087907" y="246888"/>
            <a:ext cx="1853619" cy="2162556"/>
          </a:xfrm>
          <a:prstGeom prst="rect">
            <a:avLst/>
          </a:prstGeom>
        </p:spPr>
      </p:pic>
    </p:spTree>
    <p:extLst>
      <p:ext uri="{BB962C8B-B14F-4D97-AF65-F5344CB8AC3E}">
        <p14:creationId xmlns:p14="http://schemas.microsoft.com/office/powerpoint/2010/main" val="1751231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_Aangepaste indelin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3D3BF20-B66A-D586-139E-9C8543F05202}"/>
              </a:ext>
            </a:extLst>
          </p:cNvPr>
          <p:cNvSpPr/>
          <p:nvPr/>
        </p:nvSpPr>
        <p:spPr>
          <a:xfrm>
            <a:off x="0" y="0"/>
            <a:ext cx="9144000" cy="731520"/>
          </a:xfrm>
          <a:prstGeom prst="rect">
            <a:avLst/>
          </a:prstGeom>
          <a:solidFill>
            <a:srgbClr val="1C2B39"/>
          </a:solidFill>
          <a:ln/>
        </p:spPr>
        <p:txBody>
          <a:bodyPr/>
          <a:lstStyle/>
          <a:p>
            <a:endParaRPr lang="en-NL"/>
          </a:p>
        </p:txBody>
      </p:sp>
      <p:sp>
        <p:nvSpPr>
          <p:cNvPr id="4" name="Shape 1">
            <a:extLst>
              <a:ext uri="{FF2B5EF4-FFF2-40B4-BE49-F238E27FC236}">
                <a16:creationId xmlns:a16="http://schemas.microsoft.com/office/drawing/2014/main" id="{E98D7A74-F3D3-AC08-CAAF-14B774F3B86B}"/>
              </a:ext>
            </a:extLst>
          </p:cNvPr>
          <p:cNvSpPr/>
          <p:nvPr/>
        </p:nvSpPr>
        <p:spPr>
          <a:xfrm>
            <a:off x="0" y="731520"/>
            <a:ext cx="9144000" cy="36576"/>
          </a:xfrm>
          <a:prstGeom prst="rect">
            <a:avLst/>
          </a:prstGeom>
          <a:solidFill>
            <a:srgbClr val="D4891A"/>
          </a:solidFill>
          <a:ln/>
        </p:spPr>
        <p:txBody>
          <a:bodyPr/>
          <a:lstStyle/>
          <a:p>
            <a:endParaRPr lang="en-NL"/>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568070" y="1243085"/>
            <a:ext cx="3581717" cy="3300397"/>
          </a:xfrm>
          <a:prstGeom prst="rect">
            <a:avLst/>
          </a:prstGeom>
        </p:spPr>
        <p:txBody>
          <a:bodyPr/>
          <a:lstStyle>
            <a:lvl1pPr>
              <a:defRPr sz="2400">
                <a:solidFill>
                  <a:schemeClr val="bg2"/>
                </a:solidFill>
              </a:defRPr>
            </a:lvl1pPr>
            <a:lvl2pPr>
              <a:defRPr sz="2000">
                <a:solidFill>
                  <a:schemeClr val="bg2"/>
                </a:solidFill>
              </a:defRPr>
            </a:lvl2pPr>
            <a:lvl3pPr>
              <a:defRPr sz="1800">
                <a:solidFill>
                  <a:schemeClr val="bg2"/>
                </a:solidFill>
              </a:defRPr>
            </a:lvl3pPr>
            <a:lvl4pPr>
              <a:defRPr sz="1600">
                <a:solidFill>
                  <a:schemeClr val="bg2"/>
                </a:solidFill>
              </a:defRPr>
            </a:lvl4pPr>
            <a:lvl5pPr>
              <a:defRPr sz="1600">
                <a:solidFill>
                  <a:schemeClr val="bg2"/>
                </a:solidFill>
              </a:defRPr>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568069" y="961202"/>
            <a:ext cx="3581717"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sp>
        <p:nvSpPr>
          <p:cNvPr id="47" name="Tijdelijke aanduiding voor inhoud 43">
            <a:extLst>
              <a:ext uri="{FF2B5EF4-FFF2-40B4-BE49-F238E27FC236}">
                <a16:creationId xmlns:a16="http://schemas.microsoft.com/office/drawing/2014/main" id="{78CD53EB-9DC6-73B0-15F0-ACEE573E613B}"/>
              </a:ext>
            </a:extLst>
          </p:cNvPr>
          <p:cNvSpPr>
            <a:spLocks noGrp="1"/>
          </p:cNvSpPr>
          <p:nvPr>
            <p:ph sz="quarter" idx="12"/>
          </p:nvPr>
        </p:nvSpPr>
        <p:spPr>
          <a:xfrm>
            <a:off x="4994213" y="1243085"/>
            <a:ext cx="3581717" cy="3300397"/>
          </a:xfrm>
          <a:prstGeom prst="rect">
            <a:avLst/>
          </a:prstGeom>
        </p:spPr>
        <p:txBody>
          <a:bodyPr/>
          <a:lstStyle>
            <a:lvl1pPr>
              <a:defRPr lang="nl-NL" sz="2400" dirty="0">
                <a:solidFill>
                  <a:schemeClr val="bg2"/>
                </a:solidFill>
              </a:defRPr>
            </a:lvl1pPr>
            <a:lvl2pPr>
              <a:defRPr lang="nl-NL" sz="2000" dirty="0">
                <a:solidFill>
                  <a:schemeClr val="bg2"/>
                </a:solidFill>
              </a:defRPr>
            </a:lvl2pPr>
            <a:lvl3pPr>
              <a:defRPr lang="nl-NL" sz="1800" dirty="0">
                <a:solidFill>
                  <a:schemeClr val="bg2"/>
                </a:solidFill>
              </a:defRPr>
            </a:lvl3pPr>
            <a:lvl4pPr>
              <a:defRPr lang="nl-NL" sz="1600" dirty="0">
                <a:solidFill>
                  <a:schemeClr val="bg2"/>
                </a:solidFill>
              </a:defRPr>
            </a:lvl4pPr>
            <a:lvl5pPr>
              <a:defRPr lang="en-NL" sz="1600" dirty="0">
                <a:solidFill>
                  <a:schemeClr val="bg2"/>
                </a:solidFill>
              </a:defRPr>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dirty="0"/>
          </a:p>
        </p:txBody>
      </p:sp>
      <p:sp>
        <p:nvSpPr>
          <p:cNvPr id="48" name="Tijdelijke aanduiding voor tekst 45">
            <a:extLst>
              <a:ext uri="{FF2B5EF4-FFF2-40B4-BE49-F238E27FC236}">
                <a16:creationId xmlns:a16="http://schemas.microsoft.com/office/drawing/2014/main" id="{7F302EB1-939F-1CE8-1AB8-C1CD757BE655}"/>
              </a:ext>
            </a:extLst>
          </p:cNvPr>
          <p:cNvSpPr>
            <a:spLocks noGrp="1"/>
          </p:cNvSpPr>
          <p:nvPr>
            <p:ph type="body" sz="quarter" idx="13" hasCustomPrompt="1"/>
          </p:nvPr>
        </p:nvSpPr>
        <p:spPr>
          <a:xfrm>
            <a:off x="4994212" y="961202"/>
            <a:ext cx="3581717"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2" name="Graphic 1">
            <a:extLst>
              <a:ext uri="{FF2B5EF4-FFF2-40B4-BE49-F238E27FC236}">
                <a16:creationId xmlns:a16="http://schemas.microsoft.com/office/drawing/2014/main" id="{374422F9-CD2F-4043-646C-92C66F889C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1725412093"/>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_Aangepaste indelin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3D3BF20-B66A-D586-139E-9C8543F05202}"/>
              </a:ext>
            </a:extLst>
          </p:cNvPr>
          <p:cNvSpPr/>
          <p:nvPr/>
        </p:nvSpPr>
        <p:spPr>
          <a:xfrm>
            <a:off x="0" y="0"/>
            <a:ext cx="9144000" cy="731520"/>
          </a:xfrm>
          <a:prstGeom prst="rect">
            <a:avLst/>
          </a:prstGeom>
          <a:solidFill>
            <a:srgbClr val="1C2B39"/>
          </a:solidFill>
          <a:ln/>
        </p:spPr>
        <p:txBody>
          <a:bodyPr/>
          <a:lstStyle/>
          <a:p>
            <a:endParaRPr lang="en-NL"/>
          </a:p>
        </p:txBody>
      </p:sp>
      <p:sp>
        <p:nvSpPr>
          <p:cNvPr id="4" name="Shape 1">
            <a:extLst>
              <a:ext uri="{FF2B5EF4-FFF2-40B4-BE49-F238E27FC236}">
                <a16:creationId xmlns:a16="http://schemas.microsoft.com/office/drawing/2014/main" id="{E98D7A74-F3D3-AC08-CAAF-14B774F3B86B}"/>
              </a:ext>
            </a:extLst>
          </p:cNvPr>
          <p:cNvSpPr/>
          <p:nvPr/>
        </p:nvSpPr>
        <p:spPr>
          <a:xfrm>
            <a:off x="0" y="731520"/>
            <a:ext cx="9144000" cy="36576"/>
          </a:xfrm>
          <a:prstGeom prst="rect">
            <a:avLst/>
          </a:prstGeom>
          <a:solidFill>
            <a:srgbClr val="D4891A"/>
          </a:solidFill>
          <a:ln/>
        </p:spPr>
        <p:txBody>
          <a:bodyPr/>
          <a:lstStyle/>
          <a:p>
            <a:endParaRPr lang="en-NL"/>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333942" y="1243085"/>
            <a:ext cx="8397682" cy="3691986"/>
          </a:xfrm>
          <a:prstGeom prst="rect">
            <a:avLst/>
          </a:prstGeom>
          <a:solidFill>
            <a:schemeClr val="tx2"/>
          </a:solidFill>
          <a:ln/>
          <a:effectLst>
            <a:outerShdw blurRad="127000" dist="38100" dir="8100000" algn="bl" rotWithShape="0">
              <a:srgbClr val="000000">
                <a:alpha val="12000"/>
              </a:srgbClr>
            </a:outerShdw>
          </a:effectLst>
        </p:spPr>
        <p:txBody>
          <a:bodyPr/>
          <a:lstStyle>
            <a:lvl1pPr>
              <a:defRPr lang="nl-NL" sz="1800">
                <a:solidFill>
                  <a:schemeClr val="bg2"/>
                </a:solidFill>
              </a:defRPr>
            </a:lvl1pPr>
            <a:lvl2pPr>
              <a:defRPr lang="nl-NL" sz="1800">
                <a:solidFill>
                  <a:schemeClr val="bg2"/>
                </a:solidFill>
              </a:defRPr>
            </a:lvl2pPr>
            <a:lvl3pPr>
              <a:defRPr lang="nl-NL" sz="1800">
                <a:solidFill>
                  <a:schemeClr val="bg2"/>
                </a:solidFill>
              </a:defRPr>
            </a:lvl3pPr>
            <a:lvl4pPr>
              <a:defRPr lang="nl-NL" sz="1800">
                <a:solidFill>
                  <a:schemeClr val="bg2"/>
                </a:solidFill>
              </a:defRPr>
            </a:lvl4pPr>
            <a:lvl5pPr>
              <a:defRPr lang="en-NL" sz="1800">
                <a:solidFill>
                  <a:schemeClr val="bg2"/>
                </a:solidFill>
              </a:defRPr>
            </a:lvl5pPr>
          </a:lstStyle>
          <a:p>
            <a:pPr marL="0" lvl="0"/>
            <a:r>
              <a:rPr lang="nl-NL"/>
              <a:t>Klikken om de tekststijl van het model te bewerken</a:t>
            </a:r>
          </a:p>
          <a:p>
            <a:pPr marL="0" lvl="1"/>
            <a:r>
              <a:rPr lang="nl-NL"/>
              <a:t>Tweede niveau</a:t>
            </a:r>
          </a:p>
          <a:p>
            <a:pPr marL="0" lvl="2"/>
            <a:r>
              <a:rPr lang="nl-NL"/>
              <a:t>Derde niveau</a:t>
            </a:r>
          </a:p>
          <a:p>
            <a:pPr marL="0" lvl="3"/>
            <a:r>
              <a:rPr lang="nl-NL"/>
              <a:t>Vierde niveau</a:t>
            </a:r>
          </a:p>
          <a:p>
            <a:pPr marL="0"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333941" y="961202"/>
            <a:ext cx="8397682" cy="24428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2" name="Graphic 1">
            <a:extLst>
              <a:ext uri="{FF2B5EF4-FFF2-40B4-BE49-F238E27FC236}">
                <a16:creationId xmlns:a16="http://schemas.microsoft.com/office/drawing/2014/main" id="{EF41D0D1-45F8-1E34-A2AF-E7FED958BE7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1362992813"/>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118132"/>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6_Aangepaste indelin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3D3BF20-B66A-D586-139E-9C8543F05202}"/>
              </a:ext>
            </a:extLst>
          </p:cNvPr>
          <p:cNvSpPr/>
          <p:nvPr userDrawn="1"/>
        </p:nvSpPr>
        <p:spPr>
          <a:xfrm>
            <a:off x="0" y="0"/>
            <a:ext cx="9144000" cy="731520"/>
          </a:xfrm>
          <a:prstGeom prst="rect">
            <a:avLst/>
          </a:prstGeom>
          <a:solidFill>
            <a:srgbClr val="1C2B39"/>
          </a:solidFill>
          <a:ln/>
        </p:spPr>
        <p:txBody>
          <a:bodyPr/>
          <a:lstStyle/>
          <a:p>
            <a:endParaRPr lang="en-NL" sz="1800"/>
          </a:p>
        </p:txBody>
      </p:sp>
      <p:sp>
        <p:nvSpPr>
          <p:cNvPr id="4" name="Shape 1">
            <a:extLst>
              <a:ext uri="{FF2B5EF4-FFF2-40B4-BE49-F238E27FC236}">
                <a16:creationId xmlns:a16="http://schemas.microsoft.com/office/drawing/2014/main" id="{E98D7A74-F3D3-AC08-CAAF-14B774F3B86B}"/>
              </a:ext>
            </a:extLst>
          </p:cNvPr>
          <p:cNvSpPr/>
          <p:nvPr userDrawn="1"/>
        </p:nvSpPr>
        <p:spPr>
          <a:xfrm>
            <a:off x="0" y="731520"/>
            <a:ext cx="9144000" cy="36576"/>
          </a:xfrm>
          <a:prstGeom prst="rect">
            <a:avLst/>
          </a:prstGeom>
          <a:solidFill>
            <a:schemeClr val="accent1"/>
          </a:solidFill>
          <a:ln/>
        </p:spPr>
        <p:txBody>
          <a:bodyPr/>
          <a:lstStyle/>
          <a:p>
            <a:endParaRPr lang="en-NL" sz="1800"/>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pic>
        <p:nvPicPr>
          <p:cNvPr id="5" name="Graphic 4">
            <a:extLst>
              <a:ext uri="{FF2B5EF4-FFF2-40B4-BE49-F238E27FC236}">
                <a16:creationId xmlns:a16="http://schemas.microsoft.com/office/drawing/2014/main" id="{DE59BBBB-6BFE-59DA-E0EA-CF203A1A119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26913957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4_Aangepaste indeling">
    <p:spTree>
      <p:nvGrpSpPr>
        <p:cNvPr id="1" name=""/>
        <p:cNvGrpSpPr/>
        <p:nvPr/>
      </p:nvGrpSpPr>
      <p:grpSpPr>
        <a:xfrm>
          <a:off x="0" y="0"/>
          <a:ext cx="0" cy="0"/>
          <a:chOff x="0" y="0"/>
          <a:chExt cx="0" cy="0"/>
        </a:xfrm>
      </p:grpSpPr>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568070" y="1243085"/>
            <a:ext cx="8163554" cy="3300397"/>
          </a:xfrm>
          <a:prstGeom prst="rect">
            <a:avLst/>
          </a:prstGeom>
        </p:spPr>
        <p:txBody>
          <a:bodyPr/>
          <a:lstStyle>
            <a:lvl1pPr>
              <a:defRPr sz="2400"/>
            </a:lvl1pPr>
            <a:lvl2pPr>
              <a:defRPr sz="2000"/>
            </a:lvl2pPr>
            <a:lvl3pPr>
              <a:defRPr sz="1800"/>
            </a:lvl3pPr>
            <a:lvl4pPr>
              <a:defRPr sz="1600"/>
            </a:lvl4pPr>
            <a:lvl5pPr>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568069" y="961202"/>
            <a:ext cx="8163554"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2" name="Graphic 1">
            <a:extLst>
              <a:ext uri="{FF2B5EF4-FFF2-40B4-BE49-F238E27FC236}">
                <a16:creationId xmlns:a16="http://schemas.microsoft.com/office/drawing/2014/main" id="{15AC2C8D-E5F6-661C-271D-DB9E81B6BAB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29289464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Aangepaste indeling">
    <p:spTree>
      <p:nvGrpSpPr>
        <p:cNvPr id="1" name=""/>
        <p:cNvGrpSpPr/>
        <p:nvPr/>
      </p:nvGrpSpPr>
      <p:grpSpPr>
        <a:xfrm>
          <a:off x="0" y="0"/>
          <a:ext cx="0" cy="0"/>
          <a:chOff x="0" y="0"/>
          <a:chExt cx="0" cy="0"/>
        </a:xfrm>
      </p:grpSpPr>
      <p:sp>
        <p:nvSpPr>
          <p:cNvPr id="7" name="Text 2">
            <a:extLst>
              <a:ext uri="{FF2B5EF4-FFF2-40B4-BE49-F238E27FC236}">
                <a16:creationId xmlns:a16="http://schemas.microsoft.com/office/drawing/2014/main" id="{B9D43311-018C-34B1-4FDB-76CD41F69972}"/>
              </a:ext>
            </a:extLst>
          </p:cNvPr>
          <p:cNvSpPr/>
          <p:nvPr/>
        </p:nvSpPr>
        <p:spPr>
          <a:xfrm>
            <a:off x="365760" y="1005840"/>
            <a:ext cx="6400800" cy="1097280"/>
          </a:xfrm>
          <a:prstGeom prst="rect">
            <a:avLst/>
          </a:prstGeom>
          <a:noFill/>
          <a:ln/>
        </p:spPr>
        <p:txBody>
          <a:bodyPr wrap="square" lIns="0" tIns="0" rIns="0" bIns="0" rtlCol="0" anchor="ctr"/>
          <a:lstStyle/>
          <a:p>
            <a:pPr marL="0" indent="0">
              <a:buNone/>
            </a:pPr>
            <a:r>
              <a:rPr lang="en-US" sz="7200" b="1" kern="0" spc="600" dirty="0">
                <a:solidFill>
                  <a:schemeClr val="tx2"/>
                </a:solidFill>
                <a:latin typeface="+mj-lt"/>
                <a:ea typeface="Trebuchet MS" pitchFamily="34" charset="-122"/>
                <a:cs typeface="Trebuchet MS" pitchFamily="34" charset="-120"/>
              </a:rPr>
              <a:t>ACTUS</a:t>
            </a:r>
            <a:endParaRPr lang="en-US" sz="7200" dirty="0">
              <a:solidFill>
                <a:schemeClr val="tx2"/>
              </a:solidFill>
              <a:latin typeface="+mj-lt"/>
            </a:endParaRPr>
          </a:p>
        </p:txBody>
      </p:sp>
      <p:sp>
        <p:nvSpPr>
          <p:cNvPr id="8" name="Shape 3">
            <a:extLst>
              <a:ext uri="{FF2B5EF4-FFF2-40B4-BE49-F238E27FC236}">
                <a16:creationId xmlns:a16="http://schemas.microsoft.com/office/drawing/2014/main" id="{B665B550-38D5-25BA-B012-6A10E81CBD61}"/>
              </a:ext>
            </a:extLst>
          </p:cNvPr>
          <p:cNvSpPr/>
          <p:nvPr/>
        </p:nvSpPr>
        <p:spPr>
          <a:xfrm>
            <a:off x="365760" y="2057400"/>
            <a:ext cx="3200400" cy="45720"/>
          </a:xfrm>
          <a:prstGeom prst="rect">
            <a:avLst/>
          </a:prstGeom>
          <a:solidFill>
            <a:schemeClr val="accent1"/>
          </a:solidFill>
          <a:ln/>
        </p:spPr>
        <p:txBody>
          <a:bodyPr/>
          <a:lstStyle/>
          <a:p>
            <a:endParaRPr lang="en-NL"/>
          </a:p>
        </p:txBody>
      </p:sp>
      <p:sp>
        <p:nvSpPr>
          <p:cNvPr id="9" name="Shape 4">
            <a:extLst>
              <a:ext uri="{FF2B5EF4-FFF2-40B4-BE49-F238E27FC236}">
                <a16:creationId xmlns:a16="http://schemas.microsoft.com/office/drawing/2014/main" id="{E60337A8-7AB9-1403-8F4F-BA980D940DD6}"/>
              </a:ext>
            </a:extLst>
          </p:cNvPr>
          <p:cNvSpPr/>
          <p:nvPr/>
        </p:nvSpPr>
        <p:spPr>
          <a:xfrm>
            <a:off x="3611880" y="2011680"/>
            <a:ext cx="45720" cy="137160"/>
          </a:xfrm>
          <a:prstGeom prst="rect">
            <a:avLst/>
          </a:prstGeom>
          <a:solidFill>
            <a:schemeClr val="accent1"/>
          </a:solidFill>
          <a:ln/>
        </p:spPr>
        <p:txBody>
          <a:bodyPr/>
          <a:lstStyle/>
          <a:p>
            <a:endParaRPr lang="en-NL"/>
          </a:p>
        </p:txBody>
      </p:sp>
      <p:sp>
        <p:nvSpPr>
          <p:cNvPr id="10" name="Text 5">
            <a:extLst>
              <a:ext uri="{FF2B5EF4-FFF2-40B4-BE49-F238E27FC236}">
                <a16:creationId xmlns:a16="http://schemas.microsoft.com/office/drawing/2014/main" id="{BEBD29B0-9B16-C67B-9B43-B425DF4DB159}"/>
              </a:ext>
            </a:extLst>
          </p:cNvPr>
          <p:cNvSpPr/>
          <p:nvPr/>
        </p:nvSpPr>
        <p:spPr>
          <a:xfrm>
            <a:off x="365760" y="2212848"/>
            <a:ext cx="6400800" cy="502920"/>
          </a:xfrm>
          <a:prstGeom prst="rect">
            <a:avLst/>
          </a:prstGeom>
          <a:noFill/>
          <a:ln/>
        </p:spPr>
        <p:txBody>
          <a:bodyPr wrap="square" rtlCol="0" anchor="ctr"/>
          <a:lstStyle/>
          <a:p>
            <a:pPr marL="0" indent="0">
              <a:buNone/>
            </a:pPr>
            <a:r>
              <a:rPr lang="en-US" sz="1800" kern="0" spc="1000" dirty="0">
                <a:solidFill>
                  <a:schemeClr val="tx2"/>
                </a:solidFill>
                <a:latin typeface="+mn-lt"/>
                <a:ea typeface="Trebuchet MS" pitchFamily="34" charset="-122"/>
                <a:cs typeface="Trebuchet MS" pitchFamily="34" charset="-120"/>
              </a:rPr>
              <a:t>INSURANCE MODELING</a:t>
            </a:r>
            <a:endParaRPr lang="en-US" sz="1800" dirty="0">
              <a:solidFill>
                <a:schemeClr val="tx2"/>
              </a:solidFill>
              <a:latin typeface="+mn-lt"/>
            </a:endParaRPr>
          </a:p>
        </p:txBody>
      </p:sp>
      <p:sp>
        <p:nvSpPr>
          <p:cNvPr id="18" name="Titel 17">
            <a:extLst>
              <a:ext uri="{FF2B5EF4-FFF2-40B4-BE49-F238E27FC236}">
                <a16:creationId xmlns:a16="http://schemas.microsoft.com/office/drawing/2014/main" id="{542FF671-326D-3ADE-A31D-13D0B9B5D260}"/>
              </a:ext>
            </a:extLst>
          </p:cNvPr>
          <p:cNvSpPr>
            <a:spLocks noGrp="1"/>
          </p:cNvSpPr>
          <p:nvPr>
            <p:ph type="title" hasCustomPrompt="1"/>
          </p:nvPr>
        </p:nvSpPr>
        <p:spPr>
          <a:xfrm>
            <a:off x="365760" y="2921508"/>
            <a:ext cx="7886700" cy="993775"/>
          </a:xfrm>
          <a:prstGeom prst="rect">
            <a:avLst/>
          </a:prstGeom>
          <a:noFill/>
          <a:ln/>
        </p:spPr>
        <p:txBody>
          <a:bodyPr wrap="square" rtlCol="0" anchor="t"/>
          <a:lstStyle>
            <a:lvl1pPr>
              <a:defRPr lang="en-NL" sz="1600">
                <a:solidFill>
                  <a:schemeClr val="tx2"/>
                </a:solidFill>
                <a:latin typeface="+mj-lt"/>
                <a:ea typeface="13" pitchFamily="34" charset="-122"/>
                <a:cs typeface="13" pitchFamily="34" charset="-120"/>
              </a:defRPr>
            </a:lvl1pPr>
          </a:lstStyle>
          <a:p>
            <a:pPr marL="0" lvl="0" indent="0" algn="l">
              <a:lnSpc>
                <a:spcPct val="150000"/>
              </a:lnSpc>
            </a:pPr>
            <a:r>
              <a:rPr lang="nl-NL" dirty="0" err="1"/>
              <a:t>Title</a:t>
            </a:r>
            <a:endParaRPr lang="en-NL" dirty="0"/>
          </a:p>
        </p:txBody>
      </p:sp>
      <p:pic>
        <p:nvPicPr>
          <p:cNvPr id="2" name="Graphic 1">
            <a:extLst>
              <a:ext uri="{FF2B5EF4-FFF2-40B4-BE49-F238E27FC236}">
                <a16:creationId xmlns:a16="http://schemas.microsoft.com/office/drawing/2014/main" id="{04DB0142-892B-1280-0E2F-C77EF5444C2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087907" y="246888"/>
            <a:ext cx="1853619" cy="2162556"/>
          </a:xfrm>
          <a:prstGeom prst="rect">
            <a:avLst/>
          </a:prstGeom>
        </p:spPr>
      </p:pic>
    </p:spTree>
    <p:extLst>
      <p:ext uri="{BB962C8B-B14F-4D97-AF65-F5344CB8AC3E}">
        <p14:creationId xmlns:p14="http://schemas.microsoft.com/office/powerpoint/2010/main" val="8040026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Aangepaste indelin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3D3BF20-B66A-D586-139E-9C8543F05202}"/>
              </a:ext>
            </a:extLst>
          </p:cNvPr>
          <p:cNvSpPr/>
          <p:nvPr/>
        </p:nvSpPr>
        <p:spPr>
          <a:xfrm>
            <a:off x="0" y="0"/>
            <a:ext cx="9144000" cy="731520"/>
          </a:xfrm>
          <a:prstGeom prst="rect">
            <a:avLst/>
          </a:prstGeom>
          <a:solidFill>
            <a:srgbClr val="1C2B39"/>
          </a:solidFill>
          <a:ln/>
        </p:spPr>
        <p:txBody>
          <a:bodyPr/>
          <a:lstStyle/>
          <a:p>
            <a:endParaRPr lang="en-NL"/>
          </a:p>
        </p:txBody>
      </p:sp>
      <p:sp>
        <p:nvSpPr>
          <p:cNvPr id="4" name="Shape 1">
            <a:extLst>
              <a:ext uri="{FF2B5EF4-FFF2-40B4-BE49-F238E27FC236}">
                <a16:creationId xmlns:a16="http://schemas.microsoft.com/office/drawing/2014/main" id="{E98D7A74-F3D3-AC08-CAAF-14B774F3B86B}"/>
              </a:ext>
            </a:extLst>
          </p:cNvPr>
          <p:cNvSpPr/>
          <p:nvPr/>
        </p:nvSpPr>
        <p:spPr>
          <a:xfrm>
            <a:off x="0" y="731520"/>
            <a:ext cx="9144000" cy="36576"/>
          </a:xfrm>
          <a:prstGeom prst="rect">
            <a:avLst/>
          </a:prstGeom>
          <a:solidFill>
            <a:srgbClr val="D4891A"/>
          </a:solidFill>
          <a:ln/>
        </p:spPr>
        <p:txBody>
          <a:bodyPr/>
          <a:lstStyle/>
          <a:p>
            <a:endParaRPr lang="en-NL"/>
          </a:p>
        </p:txBody>
      </p:sp>
      <p:sp>
        <p:nvSpPr>
          <p:cNvPr id="7" name="Shape 3">
            <a:extLst>
              <a:ext uri="{FF2B5EF4-FFF2-40B4-BE49-F238E27FC236}">
                <a16:creationId xmlns:a16="http://schemas.microsoft.com/office/drawing/2014/main" id="{81CDA91B-900A-35C4-D0C0-C7B805BC6D9E}"/>
              </a:ext>
            </a:extLst>
          </p:cNvPr>
          <p:cNvSpPr/>
          <p:nvPr/>
        </p:nvSpPr>
        <p:spPr>
          <a:xfrm>
            <a:off x="320040" y="896112"/>
            <a:ext cx="4069080" cy="3934506"/>
          </a:xfrm>
          <a:prstGeom prst="rect">
            <a:avLst/>
          </a:prstGeom>
          <a:solidFill>
            <a:srgbClr val="FFFFFF"/>
          </a:solidFill>
          <a:ln/>
          <a:effectLst>
            <a:outerShdw blurRad="127000" dist="38100" dir="8100000" algn="bl" rotWithShape="0">
              <a:srgbClr val="000000">
                <a:alpha val="12000"/>
              </a:srgbClr>
            </a:outerShdw>
          </a:effectLst>
        </p:spPr>
        <p:txBody>
          <a:bodyPr/>
          <a:lstStyle/>
          <a:p>
            <a:endParaRPr lang="en-NL"/>
          </a:p>
        </p:txBody>
      </p:sp>
      <p:sp>
        <p:nvSpPr>
          <p:cNvPr id="14" name="Shape 9">
            <a:extLst>
              <a:ext uri="{FF2B5EF4-FFF2-40B4-BE49-F238E27FC236}">
                <a16:creationId xmlns:a16="http://schemas.microsoft.com/office/drawing/2014/main" id="{4C0F9A8C-D2D4-44C6-91D8-65A194DEC50D}"/>
              </a:ext>
            </a:extLst>
          </p:cNvPr>
          <p:cNvSpPr/>
          <p:nvPr/>
        </p:nvSpPr>
        <p:spPr>
          <a:xfrm>
            <a:off x="4754880" y="896112"/>
            <a:ext cx="4069080" cy="3934506"/>
          </a:xfrm>
          <a:prstGeom prst="rect">
            <a:avLst/>
          </a:prstGeom>
          <a:solidFill>
            <a:srgbClr val="1C2B39"/>
          </a:solidFill>
          <a:ln/>
          <a:effectLst>
            <a:outerShdw blurRad="127000" dist="38100" dir="8100000" algn="bl" rotWithShape="0">
              <a:srgbClr val="000000">
                <a:alpha val="12000"/>
              </a:srgbClr>
            </a:outerShdw>
          </a:effectLst>
        </p:spPr>
        <p:txBody>
          <a:bodyPr/>
          <a:lstStyle/>
          <a:p>
            <a:endParaRPr lang="en-NL"/>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568070" y="1243085"/>
            <a:ext cx="3581717" cy="3300397"/>
          </a:xfrm>
          <a:prstGeom prst="rect">
            <a:avLst/>
          </a:prstGeom>
        </p:spPr>
        <p:txBody>
          <a:bodyPr/>
          <a:lstStyle>
            <a:lvl1pPr>
              <a:defRPr sz="2400"/>
            </a:lvl1pPr>
            <a:lvl2pPr>
              <a:defRPr sz="2000"/>
            </a:lvl2pPr>
            <a:lvl3pPr>
              <a:defRPr sz="1800"/>
            </a:lvl3pPr>
            <a:lvl4pPr>
              <a:defRPr sz="1600"/>
            </a:lvl4pPr>
            <a:lvl5pPr>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568069" y="961202"/>
            <a:ext cx="3581717"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sp>
        <p:nvSpPr>
          <p:cNvPr id="47" name="Tijdelijke aanduiding voor inhoud 43">
            <a:extLst>
              <a:ext uri="{FF2B5EF4-FFF2-40B4-BE49-F238E27FC236}">
                <a16:creationId xmlns:a16="http://schemas.microsoft.com/office/drawing/2014/main" id="{78CD53EB-9DC6-73B0-15F0-ACEE573E613B}"/>
              </a:ext>
            </a:extLst>
          </p:cNvPr>
          <p:cNvSpPr>
            <a:spLocks noGrp="1"/>
          </p:cNvSpPr>
          <p:nvPr>
            <p:ph sz="quarter" idx="12"/>
          </p:nvPr>
        </p:nvSpPr>
        <p:spPr>
          <a:xfrm>
            <a:off x="4994213" y="1243085"/>
            <a:ext cx="3581717" cy="3300397"/>
          </a:xfrm>
          <a:prstGeom prst="rect">
            <a:avLst/>
          </a:prstGeom>
        </p:spPr>
        <p:txBody>
          <a:bodyPr/>
          <a:lstStyle>
            <a:lvl1pPr>
              <a:defRPr sz="2400">
                <a:solidFill>
                  <a:schemeClr val="bg2"/>
                </a:solidFill>
              </a:defRPr>
            </a:lvl1pPr>
            <a:lvl2pPr>
              <a:defRPr sz="2000">
                <a:solidFill>
                  <a:schemeClr val="bg2"/>
                </a:solidFill>
              </a:defRPr>
            </a:lvl2pPr>
            <a:lvl3pPr>
              <a:defRPr sz="1800">
                <a:solidFill>
                  <a:schemeClr val="bg2"/>
                </a:solidFill>
              </a:defRPr>
            </a:lvl3pPr>
            <a:lvl4pPr>
              <a:defRPr sz="1600">
                <a:solidFill>
                  <a:schemeClr val="bg2"/>
                </a:solidFill>
              </a:defRPr>
            </a:lvl4pPr>
            <a:lvl5pPr>
              <a:defRPr sz="1600">
                <a:solidFill>
                  <a:schemeClr val="bg2"/>
                </a:solidFill>
              </a:defRPr>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dirty="0"/>
          </a:p>
        </p:txBody>
      </p:sp>
      <p:sp>
        <p:nvSpPr>
          <p:cNvPr id="48" name="Tijdelijke aanduiding voor tekst 45">
            <a:extLst>
              <a:ext uri="{FF2B5EF4-FFF2-40B4-BE49-F238E27FC236}">
                <a16:creationId xmlns:a16="http://schemas.microsoft.com/office/drawing/2014/main" id="{7F302EB1-939F-1CE8-1AB8-C1CD757BE655}"/>
              </a:ext>
            </a:extLst>
          </p:cNvPr>
          <p:cNvSpPr>
            <a:spLocks noGrp="1"/>
          </p:cNvSpPr>
          <p:nvPr>
            <p:ph type="body" sz="quarter" idx="13" hasCustomPrompt="1"/>
          </p:nvPr>
        </p:nvSpPr>
        <p:spPr>
          <a:xfrm>
            <a:off x="4994212" y="961202"/>
            <a:ext cx="3581717"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2" name="Graphic 1">
            <a:extLst>
              <a:ext uri="{FF2B5EF4-FFF2-40B4-BE49-F238E27FC236}">
                <a16:creationId xmlns:a16="http://schemas.microsoft.com/office/drawing/2014/main" id="{DEE5E799-431C-FE47-5BDB-AAF9BD6641F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8000966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4_Aangepaste indelin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3D3BF20-B66A-D586-139E-9C8543F05202}"/>
              </a:ext>
            </a:extLst>
          </p:cNvPr>
          <p:cNvSpPr/>
          <p:nvPr/>
        </p:nvSpPr>
        <p:spPr>
          <a:xfrm>
            <a:off x="0" y="0"/>
            <a:ext cx="9144000" cy="731520"/>
          </a:xfrm>
          <a:prstGeom prst="rect">
            <a:avLst/>
          </a:prstGeom>
          <a:solidFill>
            <a:srgbClr val="1C2B39"/>
          </a:solidFill>
          <a:ln/>
        </p:spPr>
        <p:txBody>
          <a:bodyPr/>
          <a:lstStyle/>
          <a:p>
            <a:endParaRPr lang="en-NL"/>
          </a:p>
        </p:txBody>
      </p:sp>
      <p:sp>
        <p:nvSpPr>
          <p:cNvPr id="4" name="Shape 1">
            <a:extLst>
              <a:ext uri="{FF2B5EF4-FFF2-40B4-BE49-F238E27FC236}">
                <a16:creationId xmlns:a16="http://schemas.microsoft.com/office/drawing/2014/main" id="{E98D7A74-F3D3-AC08-CAAF-14B774F3B86B}"/>
              </a:ext>
            </a:extLst>
          </p:cNvPr>
          <p:cNvSpPr/>
          <p:nvPr/>
        </p:nvSpPr>
        <p:spPr>
          <a:xfrm>
            <a:off x="0" y="731520"/>
            <a:ext cx="9144000" cy="36576"/>
          </a:xfrm>
          <a:prstGeom prst="rect">
            <a:avLst/>
          </a:prstGeom>
          <a:solidFill>
            <a:srgbClr val="D4891A"/>
          </a:solidFill>
          <a:ln/>
        </p:spPr>
        <p:txBody>
          <a:bodyPr/>
          <a:lstStyle/>
          <a:p>
            <a:endParaRPr lang="en-NL"/>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568070" y="1243085"/>
            <a:ext cx="3581717" cy="3300397"/>
          </a:xfrm>
          <a:prstGeom prst="rect">
            <a:avLst/>
          </a:prstGeom>
        </p:spPr>
        <p:txBody>
          <a:bodyPr/>
          <a:lstStyle>
            <a:lvl1pPr>
              <a:defRPr sz="2400"/>
            </a:lvl1pPr>
            <a:lvl2pPr>
              <a:defRPr sz="2000"/>
            </a:lvl2pPr>
            <a:lvl3pPr>
              <a:defRPr sz="1800"/>
            </a:lvl3pPr>
            <a:lvl4pPr>
              <a:defRPr sz="1600"/>
            </a:lvl4pPr>
            <a:lvl5pPr>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568069" y="961202"/>
            <a:ext cx="3581717"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sp>
        <p:nvSpPr>
          <p:cNvPr id="47" name="Tijdelijke aanduiding voor inhoud 43">
            <a:extLst>
              <a:ext uri="{FF2B5EF4-FFF2-40B4-BE49-F238E27FC236}">
                <a16:creationId xmlns:a16="http://schemas.microsoft.com/office/drawing/2014/main" id="{78CD53EB-9DC6-73B0-15F0-ACEE573E613B}"/>
              </a:ext>
            </a:extLst>
          </p:cNvPr>
          <p:cNvSpPr>
            <a:spLocks noGrp="1"/>
          </p:cNvSpPr>
          <p:nvPr>
            <p:ph sz="quarter" idx="12"/>
          </p:nvPr>
        </p:nvSpPr>
        <p:spPr>
          <a:xfrm>
            <a:off x="4994213" y="1243085"/>
            <a:ext cx="3581717" cy="3300397"/>
          </a:xfrm>
          <a:prstGeom prst="rect">
            <a:avLst/>
          </a:prstGeom>
        </p:spPr>
        <p:txBody>
          <a:bodyPr/>
          <a:lstStyle>
            <a:lvl1pPr>
              <a:defRPr lang="nl-NL" sz="2400" dirty="0"/>
            </a:lvl1pPr>
            <a:lvl2pPr>
              <a:defRPr lang="nl-NL" sz="2000" dirty="0"/>
            </a:lvl2pPr>
            <a:lvl3pPr>
              <a:defRPr lang="nl-NL" sz="1800" dirty="0"/>
            </a:lvl3pPr>
            <a:lvl4pPr>
              <a:defRPr lang="nl-NL" sz="1600" dirty="0"/>
            </a:lvl4pPr>
            <a:lvl5pPr>
              <a:defRPr lang="en-NL" sz="1600" dirty="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dirty="0"/>
          </a:p>
        </p:txBody>
      </p:sp>
      <p:sp>
        <p:nvSpPr>
          <p:cNvPr id="48" name="Tijdelijke aanduiding voor tekst 45">
            <a:extLst>
              <a:ext uri="{FF2B5EF4-FFF2-40B4-BE49-F238E27FC236}">
                <a16:creationId xmlns:a16="http://schemas.microsoft.com/office/drawing/2014/main" id="{7F302EB1-939F-1CE8-1AB8-C1CD757BE655}"/>
              </a:ext>
            </a:extLst>
          </p:cNvPr>
          <p:cNvSpPr>
            <a:spLocks noGrp="1"/>
          </p:cNvSpPr>
          <p:nvPr>
            <p:ph type="body" sz="quarter" idx="13" hasCustomPrompt="1"/>
          </p:nvPr>
        </p:nvSpPr>
        <p:spPr>
          <a:xfrm>
            <a:off x="4994212" y="961202"/>
            <a:ext cx="3581717"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2" name="Graphic 1">
            <a:extLst>
              <a:ext uri="{FF2B5EF4-FFF2-40B4-BE49-F238E27FC236}">
                <a16:creationId xmlns:a16="http://schemas.microsoft.com/office/drawing/2014/main" id="{C672C6E0-FF16-62C3-CD44-3ECAF3A37DA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25433356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5_Aangepaste indelin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3D3BF20-B66A-D586-139E-9C8543F05202}"/>
              </a:ext>
            </a:extLst>
          </p:cNvPr>
          <p:cNvSpPr/>
          <p:nvPr/>
        </p:nvSpPr>
        <p:spPr>
          <a:xfrm>
            <a:off x="0" y="0"/>
            <a:ext cx="9144000" cy="731520"/>
          </a:xfrm>
          <a:prstGeom prst="rect">
            <a:avLst/>
          </a:prstGeom>
          <a:solidFill>
            <a:srgbClr val="1C2B39"/>
          </a:solidFill>
          <a:ln/>
        </p:spPr>
        <p:txBody>
          <a:bodyPr/>
          <a:lstStyle/>
          <a:p>
            <a:endParaRPr lang="en-NL"/>
          </a:p>
        </p:txBody>
      </p:sp>
      <p:sp>
        <p:nvSpPr>
          <p:cNvPr id="4" name="Shape 1">
            <a:extLst>
              <a:ext uri="{FF2B5EF4-FFF2-40B4-BE49-F238E27FC236}">
                <a16:creationId xmlns:a16="http://schemas.microsoft.com/office/drawing/2014/main" id="{E98D7A74-F3D3-AC08-CAAF-14B774F3B86B}"/>
              </a:ext>
            </a:extLst>
          </p:cNvPr>
          <p:cNvSpPr/>
          <p:nvPr/>
        </p:nvSpPr>
        <p:spPr>
          <a:xfrm>
            <a:off x="0" y="731520"/>
            <a:ext cx="9144000" cy="36576"/>
          </a:xfrm>
          <a:prstGeom prst="rect">
            <a:avLst/>
          </a:prstGeom>
          <a:solidFill>
            <a:srgbClr val="D4891A"/>
          </a:solidFill>
          <a:ln/>
        </p:spPr>
        <p:txBody>
          <a:bodyPr/>
          <a:lstStyle/>
          <a:p>
            <a:endParaRPr lang="en-NL"/>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333942" y="1243085"/>
            <a:ext cx="8397682" cy="3691986"/>
          </a:xfrm>
          <a:prstGeom prst="rect">
            <a:avLst/>
          </a:prstGeom>
          <a:solidFill>
            <a:srgbClr val="FFFFFF"/>
          </a:solidFill>
          <a:ln/>
          <a:effectLst>
            <a:outerShdw blurRad="127000" dist="38100" dir="8100000" algn="bl" rotWithShape="0">
              <a:srgbClr val="000000">
                <a:alpha val="12000"/>
              </a:srgbClr>
            </a:outerShdw>
          </a:effectLst>
        </p:spPr>
        <p:txBody>
          <a:bodyPr/>
          <a:lstStyle>
            <a:lvl1pPr>
              <a:defRPr lang="nl-NL" sz="1800"/>
            </a:lvl1pPr>
            <a:lvl2pPr>
              <a:defRPr lang="nl-NL" sz="1800"/>
            </a:lvl2pPr>
            <a:lvl3pPr>
              <a:defRPr lang="nl-NL" sz="1800"/>
            </a:lvl3pPr>
            <a:lvl4pPr>
              <a:defRPr lang="nl-NL" sz="1800"/>
            </a:lvl4pPr>
            <a:lvl5pPr>
              <a:defRPr lang="en-NL" sz="1800"/>
            </a:lvl5pPr>
          </a:lstStyle>
          <a:p>
            <a:pPr marL="0" lvl="0"/>
            <a:r>
              <a:rPr lang="nl-NL"/>
              <a:t>Klikken om de tekststijl van het model te bewerken</a:t>
            </a:r>
          </a:p>
          <a:p>
            <a:pPr marL="0" lvl="1"/>
            <a:r>
              <a:rPr lang="nl-NL"/>
              <a:t>Tweede niveau</a:t>
            </a:r>
          </a:p>
          <a:p>
            <a:pPr marL="0" lvl="2"/>
            <a:r>
              <a:rPr lang="nl-NL"/>
              <a:t>Derde niveau</a:t>
            </a:r>
          </a:p>
          <a:p>
            <a:pPr marL="0" lvl="3"/>
            <a:r>
              <a:rPr lang="nl-NL"/>
              <a:t>Vierde niveau</a:t>
            </a:r>
          </a:p>
          <a:p>
            <a:pPr marL="0"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333941" y="961202"/>
            <a:ext cx="8397682" cy="24428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2" name="Graphic 1">
            <a:extLst>
              <a:ext uri="{FF2B5EF4-FFF2-40B4-BE49-F238E27FC236}">
                <a16:creationId xmlns:a16="http://schemas.microsoft.com/office/drawing/2014/main" id="{49594B55-72EC-AA6F-CF97-6BCBB1BBB7F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30073332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_Aangepaste indelin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3D3BF20-B66A-D586-139E-9C8543F05202}"/>
              </a:ext>
            </a:extLst>
          </p:cNvPr>
          <p:cNvSpPr/>
          <p:nvPr/>
        </p:nvSpPr>
        <p:spPr>
          <a:xfrm>
            <a:off x="0" y="0"/>
            <a:ext cx="9144000" cy="731520"/>
          </a:xfrm>
          <a:prstGeom prst="rect">
            <a:avLst/>
          </a:prstGeom>
          <a:solidFill>
            <a:srgbClr val="1C2B39"/>
          </a:solidFill>
          <a:ln/>
        </p:spPr>
        <p:txBody>
          <a:bodyPr/>
          <a:lstStyle/>
          <a:p>
            <a:endParaRPr lang="en-NL"/>
          </a:p>
        </p:txBody>
      </p:sp>
      <p:sp>
        <p:nvSpPr>
          <p:cNvPr id="4" name="Shape 1">
            <a:extLst>
              <a:ext uri="{FF2B5EF4-FFF2-40B4-BE49-F238E27FC236}">
                <a16:creationId xmlns:a16="http://schemas.microsoft.com/office/drawing/2014/main" id="{E98D7A74-F3D3-AC08-CAAF-14B774F3B86B}"/>
              </a:ext>
            </a:extLst>
          </p:cNvPr>
          <p:cNvSpPr/>
          <p:nvPr/>
        </p:nvSpPr>
        <p:spPr>
          <a:xfrm>
            <a:off x="0" y="731520"/>
            <a:ext cx="9144000" cy="36576"/>
          </a:xfrm>
          <a:prstGeom prst="rect">
            <a:avLst/>
          </a:prstGeom>
          <a:solidFill>
            <a:srgbClr val="D4891A"/>
          </a:solidFill>
          <a:ln/>
        </p:spPr>
        <p:txBody>
          <a:bodyPr/>
          <a:lstStyle/>
          <a:p>
            <a:endParaRPr lang="en-NL"/>
          </a:p>
        </p:txBody>
      </p:sp>
      <p:sp>
        <p:nvSpPr>
          <p:cNvPr id="7" name="Shape 3">
            <a:extLst>
              <a:ext uri="{FF2B5EF4-FFF2-40B4-BE49-F238E27FC236}">
                <a16:creationId xmlns:a16="http://schemas.microsoft.com/office/drawing/2014/main" id="{81CDA91B-900A-35C4-D0C0-C7B805BC6D9E}"/>
              </a:ext>
            </a:extLst>
          </p:cNvPr>
          <p:cNvSpPr/>
          <p:nvPr/>
        </p:nvSpPr>
        <p:spPr>
          <a:xfrm>
            <a:off x="320039" y="896112"/>
            <a:ext cx="8528125" cy="3934506"/>
          </a:xfrm>
          <a:prstGeom prst="rect">
            <a:avLst/>
          </a:prstGeom>
          <a:solidFill>
            <a:srgbClr val="FFFFFF"/>
          </a:solidFill>
          <a:ln/>
          <a:effectLst>
            <a:outerShdw blurRad="127000" dist="38100" dir="8100000" algn="bl" rotWithShape="0">
              <a:srgbClr val="000000">
                <a:alpha val="12000"/>
              </a:srgbClr>
            </a:outerShdw>
          </a:effectLst>
        </p:spPr>
        <p:txBody>
          <a:bodyPr/>
          <a:lstStyle/>
          <a:p>
            <a:endParaRPr lang="en-NL"/>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568070" y="1243085"/>
            <a:ext cx="8163554" cy="3300397"/>
          </a:xfrm>
          <a:prstGeom prst="rect">
            <a:avLst/>
          </a:prstGeom>
        </p:spPr>
        <p:txBody>
          <a:bodyPr/>
          <a:lstStyle>
            <a:lvl1pPr>
              <a:defRPr sz="2400"/>
            </a:lvl1pPr>
            <a:lvl2pPr>
              <a:defRPr sz="2000"/>
            </a:lvl2pPr>
            <a:lvl3pPr>
              <a:defRPr sz="1800"/>
            </a:lvl3pPr>
            <a:lvl4pPr>
              <a:defRPr sz="1600"/>
            </a:lvl4pPr>
            <a:lvl5pPr>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568069" y="961202"/>
            <a:ext cx="8163554"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2" name="Graphic 1">
            <a:extLst>
              <a:ext uri="{FF2B5EF4-FFF2-40B4-BE49-F238E27FC236}">
                <a16:creationId xmlns:a16="http://schemas.microsoft.com/office/drawing/2014/main" id="{977829E5-7655-62ED-D97D-98E5B7D73A0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13884824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Aangepaste indeling">
    <p:spTree>
      <p:nvGrpSpPr>
        <p:cNvPr id="1" name=""/>
        <p:cNvGrpSpPr/>
        <p:nvPr/>
      </p:nvGrpSpPr>
      <p:grpSpPr>
        <a:xfrm>
          <a:off x="0" y="0"/>
          <a:ext cx="0" cy="0"/>
          <a:chOff x="0" y="0"/>
          <a:chExt cx="0" cy="0"/>
        </a:xfrm>
      </p:grpSpPr>
      <p:sp>
        <p:nvSpPr>
          <p:cNvPr id="7" name="Text 2">
            <a:extLst>
              <a:ext uri="{FF2B5EF4-FFF2-40B4-BE49-F238E27FC236}">
                <a16:creationId xmlns:a16="http://schemas.microsoft.com/office/drawing/2014/main" id="{B9D43311-018C-34B1-4FDB-76CD41F69972}"/>
              </a:ext>
            </a:extLst>
          </p:cNvPr>
          <p:cNvSpPr/>
          <p:nvPr/>
        </p:nvSpPr>
        <p:spPr>
          <a:xfrm>
            <a:off x="365760" y="1005840"/>
            <a:ext cx="6400800" cy="1097280"/>
          </a:xfrm>
          <a:prstGeom prst="rect">
            <a:avLst/>
          </a:prstGeom>
          <a:noFill/>
          <a:ln/>
        </p:spPr>
        <p:txBody>
          <a:bodyPr wrap="square" lIns="0" tIns="0" rIns="0" bIns="0" rtlCol="0" anchor="ctr"/>
          <a:lstStyle/>
          <a:p>
            <a:pPr marL="0" indent="0">
              <a:buNone/>
            </a:pPr>
            <a:r>
              <a:rPr lang="en-US" sz="7200" b="1" kern="0" spc="600" dirty="0">
                <a:solidFill>
                  <a:schemeClr val="tx2"/>
                </a:solidFill>
                <a:latin typeface="+mj-lt"/>
                <a:ea typeface="Trebuchet MS" pitchFamily="34" charset="-122"/>
                <a:cs typeface="Trebuchet MS" pitchFamily="34" charset="-120"/>
              </a:rPr>
              <a:t>ACTUS</a:t>
            </a:r>
            <a:endParaRPr lang="en-US" sz="7200" dirty="0">
              <a:solidFill>
                <a:schemeClr val="tx2"/>
              </a:solidFill>
              <a:latin typeface="+mj-lt"/>
            </a:endParaRPr>
          </a:p>
        </p:txBody>
      </p:sp>
      <p:sp>
        <p:nvSpPr>
          <p:cNvPr id="8" name="Shape 3">
            <a:extLst>
              <a:ext uri="{FF2B5EF4-FFF2-40B4-BE49-F238E27FC236}">
                <a16:creationId xmlns:a16="http://schemas.microsoft.com/office/drawing/2014/main" id="{B665B550-38D5-25BA-B012-6A10E81CBD61}"/>
              </a:ext>
            </a:extLst>
          </p:cNvPr>
          <p:cNvSpPr/>
          <p:nvPr/>
        </p:nvSpPr>
        <p:spPr>
          <a:xfrm>
            <a:off x="365760" y="2057400"/>
            <a:ext cx="3200400" cy="45720"/>
          </a:xfrm>
          <a:prstGeom prst="rect">
            <a:avLst/>
          </a:prstGeom>
          <a:solidFill>
            <a:schemeClr val="accent1"/>
          </a:solidFill>
          <a:ln/>
        </p:spPr>
        <p:txBody>
          <a:bodyPr/>
          <a:lstStyle/>
          <a:p>
            <a:endParaRPr lang="en-NL"/>
          </a:p>
        </p:txBody>
      </p:sp>
      <p:sp>
        <p:nvSpPr>
          <p:cNvPr id="9" name="Shape 4">
            <a:extLst>
              <a:ext uri="{FF2B5EF4-FFF2-40B4-BE49-F238E27FC236}">
                <a16:creationId xmlns:a16="http://schemas.microsoft.com/office/drawing/2014/main" id="{E60337A8-7AB9-1403-8F4F-BA980D940DD6}"/>
              </a:ext>
            </a:extLst>
          </p:cNvPr>
          <p:cNvSpPr/>
          <p:nvPr/>
        </p:nvSpPr>
        <p:spPr>
          <a:xfrm>
            <a:off x="3611880" y="2011680"/>
            <a:ext cx="45720" cy="137160"/>
          </a:xfrm>
          <a:prstGeom prst="rect">
            <a:avLst/>
          </a:prstGeom>
          <a:solidFill>
            <a:schemeClr val="accent1"/>
          </a:solidFill>
          <a:ln/>
        </p:spPr>
        <p:txBody>
          <a:bodyPr/>
          <a:lstStyle/>
          <a:p>
            <a:endParaRPr lang="en-NL"/>
          </a:p>
        </p:txBody>
      </p:sp>
      <p:sp>
        <p:nvSpPr>
          <p:cNvPr id="10" name="Text 5">
            <a:extLst>
              <a:ext uri="{FF2B5EF4-FFF2-40B4-BE49-F238E27FC236}">
                <a16:creationId xmlns:a16="http://schemas.microsoft.com/office/drawing/2014/main" id="{BEBD29B0-9B16-C67B-9B43-B425DF4DB159}"/>
              </a:ext>
            </a:extLst>
          </p:cNvPr>
          <p:cNvSpPr/>
          <p:nvPr/>
        </p:nvSpPr>
        <p:spPr>
          <a:xfrm>
            <a:off x="365760" y="2212848"/>
            <a:ext cx="6400800" cy="502920"/>
          </a:xfrm>
          <a:prstGeom prst="rect">
            <a:avLst/>
          </a:prstGeom>
          <a:noFill/>
          <a:ln/>
        </p:spPr>
        <p:txBody>
          <a:bodyPr wrap="square" rtlCol="0" anchor="ctr"/>
          <a:lstStyle/>
          <a:p>
            <a:pPr marL="0" indent="0">
              <a:buNone/>
            </a:pPr>
            <a:r>
              <a:rPr lang="en-US" sz="1800" kern="0" spc="1000" dirty="0">
                <a:solidFill>
                  <a:schemeClr val="tx2"/>
                </a:solidFill>
                <a:latin typeface="+mn-lt"/>
                <a:ea typeface="Trebuchet MS" pitchFamily="34" charset="-122"/>
                <a:cs typeface="Trebuchet MS" pitchFamily="34" charset="-120"/>
              </a:rPr>
              <a:t>INSURANCE MODELING</a:t>
            </a:r>
            <a:endParaRPr lang="en-US" sz="1800" dirty="0">
              <a:solidFill>
                <a:schemeClr val="tx2"/>
              </a:solidFill>
              <a:latin typeface="+mn-lt"/>
            </a:endParaRPr>
          </a:p>
        </p:txBody>
      </p:sp>
      <p:sp>
        <p:nvSpPr>
          <p:cNvPr id="18" name="Titel 17">
            <a:extLst>
              <a:ext uri="{FF2B5EF4-FFF2-40B4-BE49-F238E27FC236}">
                <a16:creationId xmlns:a16="http://schemas.microsoft.com/office/drawing/2014/main" id="{542FF671-326D-3ADE-A31D-13D0B9B5D260}"/>
              </a:ext>
            </a:extLst>
          </p:cNvPr>
          <p:cNvSpPr>
            <a:spLocks noGrp="1"/>
          </p:cNvSpPr>
          <p:nvPr>
            <p:ph type="title" hasCustomPrompt="1"/>
          </p:nvPr>
        </p:nvSpPr>
        <p:spPr>
          <a:xfrm>
            <a:off x="365760" y="2921508"/>
            <a:ext cx="7886700" cy="993775"/>
          </a:xfrm>
          <a:prstGeom prst="rect">
            <a:avLst/>
          </a:prstGeom>
          <a:noFill/>
          <a:ln/>
        </p:spPr>
        <p:txBody>
          <a:bodyPr wrap="square" rtlCol="0" anchor="t"/>
          <a:lstStyle>
            <a:lvl1pPr>
              <a:defRPr lang="en-NL" sz="1600">
                <a:solidFill>
                  <a:schemeClr val="tx2"/>
                </a:solidFill>
                <a:latin typeface="+mj-lt"/>
                <a:ea typeface="13" pitchFamily="34" charset="-122"/>
                <a:cs typeface="13" pitchFamily="34" charset="-120"/>
              </a:defRPr>
            </a:lvl1pPr>
          </a:lstStyle>
          <a:p>
            <a:pPr marL="0" lvl="0" indent="0" algn="l">
              <a:lnSpc>
                <a:spcPct val="150000"/>
              </a:lnSpc>
            </a:pPr>
            <a:r>
              <a:rPr lang="nl-NL" dirty="0" err="1"/>
              <a:t>Title</a:t>
            </a:r>
            <a:endParaRPr lang="en-NL" dirty="0"/>
          </a:p>
        </p:txBody>
      </p:sp>
      <p:pic>
        <p:nvPicPr>
          <p:cNvPr id="2" name="Graphic 1">
            <a:extLst>
              <a:ext uri="{FF2B5EF4-FFF2-40B4-BE49-F238E27FC236}">
                <a16:creationId xmlns:a16="http://schemas.microsoft.com/office/drawing/2014/main" id="{CE0F2567-F96A-3150-5255-C3998B2CD4E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087907" y="246888"/>
            <a:ext cx="1853619" cy="2162556"/>
          </a:xfrm>
          <a:prstGeom prst="rect">
            <a:avLst/>
          </a:prstGeom>
        </p:spPr>
      </p:pic>
    </p:spTree>
    <p:extLst>
      <p:ext uri="{BB962C8B-B14F-4D97-AF65-F5344CB8AC3E}">
        <p14:creationId xmlns:p14="http://schemas.microsoft.com/office/powerpoint/2010/main" val="332521336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_Aangepaste indelin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3D3BF20-B66A-D586-139E-9C8543F05202}"/>
              </a:ext>
            </a:extLst>
          </p:cNvPr>
          <p:cNvSpPr/>
          <p:nvPr/>
        </p:nvSpPr>
        <p:spPr>
          <a:xfrm>
            <a:off x="0" y="0"/>
            <a:ext cx="9144000" cy="731520"/>
          </a:xfrm>
          <a:prstGeom prst="rect">
            <a:avLst/>
          </a:prstGeom>
          <a:solidFill>
            <a:srgbClr val="1C2B39"/>
          </a:solidFill>
          <a:ln/>
        </p:spPr>
        <p:txBody>
          <a:bodyPr/>
          <a:lstStyle/>
          <a:p>
            <a:endParaRPr lang="en-NL"/>
          </a:p>
        </p:txBody>
      </p:sp>
      <p:sp>
        <p:nvSpPr>
          <p:cNvPr id="4" name="Shape 1">
            <a:extLst>
              <a:ext uri="{FF2B5EF4-FFF2-40B4-BE49-F238E27FC236}">
                <a16:creationId xmlns:a16="http://schemas.microsoft.com/office/drawing/2014/main" id="{E98D7A74-F3D3-AC08-CAAF-14B774F3B86B}"/>
              </a:ext>
            </a:extLst>
          </p:cNvPr>
          <p:cNvSpPr/>
          <p:nvPr/>
        </p:nvSpPr>
        <p:spPr>
          <a:xfrm>
            <a:off x="0" y="731520"/>
            <a:ext cx="9144000" cy="36576"/>
          </a:xfrm>
          <a:prstGeom prst="rect">
            <a:avLst/>
          </a:prstGeom>
          <a:solidFill>
            <a:srgbClr val="D4891A"/>
          </a:solidFill>
          <a:ln/>
        </p:spPr>
        <p:txBody>
          <a:bodyPr/>
          <a:lstStyle/>
          <a:p>
            <a:endParaRPr lang="en-NL"/>
          </a:p>
        </p:txBody>
      </p:sp>
      <p:sp>
        <p:nvSpPr>
          <p:cNvPr id="7" name="Shape 3">
            <a:extLst>
              <a:ext uri="{FF2B5EF4-FFF2-40B4-BE49-F238E27FC236}">
                <a16:creationId xmlns:a16="http://schemas.microsoft.com/office/drawing/2014/main" id="{81CDA91B-900A-35C4-D0C0-C7B805BC6D9E}"/>
              </a:ext>
            </a:extLst>
          </p:cNvPr>
          <p:cNvSpPr/>
          <p:nvPr/>
        </p:nvSpPr>
        <p:spPr>
          <a:xfrm>
            <a:off x="320040" y="896112"/>
            <a:ext cx="4069080" cy="3934506"/>
          </a:xfrm>
          <a:prstGeom prst="rect">
            <a:avLst/>
          </a:prstGeom>
          <a:solidFill>
            <a:srgbClr val="FFFFFF"/>
          </a:solidFill>
          <a:ln/>
          <a:effectLst>
            <a:outerShdw blurRad="127000" dist="38100" dir="8100000" algn="bl" rotWithShape="0">
              <a:srgbClr val="000000">
                <a:alpha val="12000"/>
              </a:srgbClr>
            </a:outerShdw>
          </a:effectLst>
        </p:spPr>
        <p:txBody>
          <a:bodyPr/>
          <a:lstStyle/>
          <a:p>
            <a:endParaRPr lang="en-NL"/>
          </a:p>
        </p:txBody>
      </p:sp>
      <p:sp>
        <p:nvSpPr>
          <p:cNvPr id="14" name="Shape 9">
            <a:extLst>
              <a:ext uri="{FF2B5EF4-FFF2-40B4-BE49-F238E27FC236}">
                <a16:creationId xmlns:a16="http://schemas.microsoft.com/office/drawing/2014/main" id="{4C0F9A8C-D2D4-44C6-91D8-65A194DEC50D}"/>
              </a:ext>
            </a:extLst>
          </p:cNvPr>
          <p:cNvSpPr/>
          <p:nvPr/>
        </p:nvSpPr>
        <p:spPr>
          <a:xfrm>
            <a:off x="4754880" y="896112"/>
            <a:ext cx="4069080" cy="3934506"/>
          </a:xfrm>
          <a:prstGeom prst="rect">
            <a:avLst/>
          </a:prstGeom>
          <a:solidFill>
            <a:srgbClr val="1C2B39"/>
          </a:solidFill>
          <a:ln/>
          <a:effectLst>
            <a:outerShdw blurRad="127000" dist="38100" dir="8100000" algn="bl" rotWithShape="0">
              <a:srgbClr val="000000">
                <a:alpha val="12000"/>
              </a:srgbClr>
            </a:outerShdw>
          </a:effectLst>
        </p:spPr>
        <p:txBody>
          <a:bodyPr/>
          <a:lstStyle/>
          <a:p>
            <a:endParaRPr lang="en-NL"/>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568070" y="1243085"/>
            <a:ext cx="3581717" cy="3300397"/>
          </a:xfrm>
          <a:prstGeom prst="rect">
            <a:avLst/>
          </a:prstGeom>
        </p:spPr>
        <p:txBody>
          <a:bodyPr/>
          <a:lstStyle>
            <a:lvl1pPr>
              <a:defRPr sz="2400"/>
            </a:lvl1pPr>
            <a:lvl2pPr>
              <a:defRPr sz="2000"/>
            </a:lvl2pPr>
            <a:lvl3pPr>
              <a:defRPr sz="1800"/>
            </a:lvl3pPr>
            <a:lvl4pPr>
              <a:defRPr sz="1600"/>
            </a:lvl4pPr>
            <a:lvl5pPr>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568069" y="961202"/>
            <a:ext cx="3581717"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sp>
        <p:nvSpPr>
          <p:cNvPr id="47" name="Tijdelijke aanduiding voor inhoud 43">
            <a:extLst>
              <a:ext uri="{FF2B5EF4-FFF2-40B4-BE49-F238E27FC236}">
                <a16:creationId xmlns:a16="http://schemas.microsoft.com/office/drawing/2014/main" id="{78CD53EB-9DC6-73B0-15F0-ACEE573E613B}"/>
              </a:ext>
            </a:extLst>
          </p:cNvPr>
          <p:cNvSpPr>
            <a:spLocks noGrp="1"/>
          </p:cNvSpPr>
          <p:nvPr>
            <p:ph sz="quarter" idx="12"/>
          </p:nvPr>
        </p:nvSpPr>
        <p:spPr>
          <a:xfrm>
            <a:off x="4994213" y="1243085"/>
            <a:ext cx="3581717" cy="3300397"/>
          </a:xfrm>
          <a:prstGeom prst="rect">
            <a:avLst/>
          </a:prstGeom>
        </p:spPr>
        <p:txBody>
          <a:bodyPr/>
          <a:lstStyle>
            <a:lvl1pPr>
              <a:defRPr sz="2400">
                <a:solidFill>
                  <a:schemeClr val="bg2"/>
                </a:solidFill>
              </a:defRPr>
            </a:lvl1pPr>
            <a:lvl2pPr>
              <a:defRPr sz="2000">
                <a:solidFill>
                  <a:schemeClr val="bg2"/>
                </a:solidFill>
              </a:defRPr>
            </a:lvl2pPr>
            <a:lvl3pPr>
              <a:defRPr sz="1800">
                <a:solidFill>
                  <a:schemeClr val="bg2"/>
                </a:solidFill>
              </a:defRPr>
            </a:lvl3pPr>
            <a:lvl4pPr>
              <a:defRPr sz="1600">
                <a:solidFill>
                  <a:schemeClr val="bg2"/>
                </a:solidFill>
              </a:defRPr>
            </a:lvl4pPr>
            <a:lvl5pPr>
              <a:defRPr sz="1600">
                <a:solidFill>
                  <a:schemeClr val="bg2"/>
                </a:solidFill>
              </a:defRPr>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dirty="0"/>
          </a:p>
        </p:txBody>
      </p:sp>
      <p:sp>
        <p:nvSpPr>
          <p:cNvPr id="48" name="Tijdelijke aanduiding voor tekst 45">
            <a:extLst>
              <a:ext uri="{FF2B5EF4-FFF2-40B4-BE49-F238E27FC236}">
                <a16:creationId xmlns:a16="http://schemas.microsoft.com/office/drawing/2014/main" id="{7F302EB1-939F-1CE8-1AB8-C1CD757BE655}"/>
              </a:ext>
            </a:extLst>
          </p:cNvPr>
          <p:cNvSpPr>
            <a:spLocks noGrp="1"/>
          </p:cNvSpPr>
          <p:nvPr>
            <p:ph type="body" sz="quarter" idx="13" hasCustomPrompt="1"/>
          </p:nvPr>
        </p:nvSpPr>
        <p:spPr>
          <a:xfrm>
            <a:off x="4994212" y="961202"/>
            <a:ext cx="3581717"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2" name="Graphic 1">
            <a:extLst>
              <a:ext uri="{FF2B5EF4-FFF2-40B4-BE49-F238E27FC236}">
                <a16:creationId xmlns:a16="http://schemas.microsoft.com/office/drawing/2014/main" id="{75C2220A-5831-914A-F76C-BEECAB15FC2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251560879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4_Aangepaste indelin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3D3BF20-B66A-D586-139E-9C8543F05202}"/>
              </a:ext>
            </a:extLst>
          </p:cNvPr>
          <p:cNvSpPr/>
          <p:nvPr/>
        </p:nvSpPr>
        <p:spPr>
          <a:xfrm>
            <a:off x="0" y="0"/>
            <a:ext cx="9144000" cy="731520"/>
          </a:xfrm>
          <a:prstGeom prst="rect">
            <a:avLst/>
          </a:prstGeom>
          <a:solidFill>
            <a:srgbClr val="1C2B39"/>
          </a:solidFill>
          <a:ln/>
        </p:spPr>
        <p:txBody>
          <a:bodyPr/>
          <a:lstStyle/>
          <a:p>
            <a:endParaRPr lang="en-NL"/>
          </a:p>
        </p:txBody>
      </p:sp>
      <p:sp>
        <p:nvSpPr>
          <p:cNvPr id="4" name="Shape 1">
            <a:extLst>
              <a:ext uri="{FF2B5EF4-FFF2-40B4-BE49-F238E27FC236}">
                <a16:creationId xmlns:a16="http://schemas.microsoft.com/office/drawing/2014/main" id="{E98D7A74-F3D3-AC08-CAAF-14B774F3B86B}"/>
              </a:ext>
            </a:extLst>
          </p:cNvPr>
          <p:cNvSpPr/>
          <p:nvPr/>
        </p:nvSpPr>
        <p:spPr>
          <a:xfrm>
            <a:off x="0" y="731520"/>
            <a:ext cx="9144000" cy="36576"/>
          </a:xfrm>
          <a:prstGeom prst="rect">
            <a:avLst/>
          </a:prstGeom>
          <a:solidFill>
            <a:srgbClr val="D4891A"/>
          </a:solidFill>
          <a:ln/>
        </p:spPr>
        <p:txBody>
          <a:bodyPr/>
          <a:lstStyle/>
          <a:p>
            <a:endParaRPr lang="en-NL"/>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568070" y="1243085"/>
            <a:ext cx="3581717" cy="3300397"/>
          </a:xfrm>
          <a:prstGeom prst="rect">
            <a:avLst/>
          </a:prstGeom>
        </p:spPr>
        <p:txBody>
          <a:bodyPr/>
          <a:lstStyle>
            <a:lvl1pPr>
              <a:defRPr sz="2400"/>
            </a:lvl1pPr>
            <a:lvl2pPr>
              <a:defRPr sz="2000"/>
            </a:lvl2pPr>
            <a:lvl3pPr>
              <a:defRPr sz="1800"/>
            </a:lvl3pPr>
            <a:lvl4pPr>
              <a:defRPr sz="1600"/>
            </a:lvl4pPr>
            <a:lvl5pPr>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568069" y="961202"/>
            <a:ext cx="3581717"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sp>
        <p:nvSpPr>
          <p:cNvPr id="47" name="Tijdelijke aanduiding voor inhoud 43">
            <a:extLst>
              <a:ext uri="{FF2B5EF4-FFF2-40B4-BE49-F238E27FC236}">
                <a16:creationId xmlns:a16="http://schemas.microsoft.com/office/drawing/2014/main" id="{78CD53EB-9DC6-73B0-15F0-ACEE573E613B}"/>
              </a:ext>
            </a:extLst>
          </p:cNvPr>
          <p:cNvSpPr>
            <a:spLocks noGrp="1"/>
          </p:cNvSpPr>
          <p:nvPr>
            <p:ph sz="quarter" idx="12"/>
          </p:nvPr>
        </p:nvSpPr>
        <p:spPr>
          <a:xfrm>
            <a:off x="4994213" y="1243085"/>
            <a:ext cx="3581717" cy="3300397"/>
          </a:xfrm>
          <a:prstGeom prst="rect">
            <a:avLst/>
          </a:prstGeom>
        </p:spPr>
        <p:txBody>
          <a:bodyPr/>
          <a:lstStyle>
            <a:lvl1pPr>
              <a:defRPr lang="nl-NL" sz="2400" dirty="0"/>
            </a:lvl1pPr>
            <a:lvl2pPr>
              <a:defRPr lang="nl-NL" sz="2000" dirty="0"/>
            </a:lvl2pPr>
            <a:lvl3pPr>
              <a:defRPr lang="nl-NL" sz="1800" dirty="0"/>
            </a:lvl3pPr>
            <a:lvl4pPr>
              <a:defRPr lang="nl-NL" sz="1600" dirty="0"/>
            </a:lvl4pPr>
            <a:lvl5pPr>
              <a:defRPr lang="en-NL" sz="1600" dirty="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dirty="0"/>
          </a:p>
        </p:txBody>
      </p:sp>
      <p:sp>
        <p:nvSpPr>
          <p:cNvPr id="48" name="Tijdelijke aanduiding voor tekst 45">
            <a:extLst>
              <a:ext uri="{FF2B5EF4-FFF2-40B4-BE49-F238E27FC236}">
                <a16:creationId xmlns:a16="http://schemas.microsoft.com/office/drawing/2014/main" id="{7F302EB1-939F-1CE8-1AB8-C1CD757BE655}"/>
              </a:ext>
            </a:extLst>
          </p:cNvPr>
          <p:cNvSpPr>
            <a:spLocks noGrp="1"/>
          </p:cNvSpPr>
          <p:nvPr>
            <p:ph type="body" sz="quarter" idx="13" hasCustomPrompt="1"/>
          </p:nvPr>
        </p:nvSpPr>
        <p:spPr>
          <a:xfrm>
            <a:off x="4994212" y="961202"/>
            <a:ext cx="3581717"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2" name="Graphic 1">
            <a:extLst>
              <a:ext uri="{FF2B5EF4-FFF2-40B4-BE49-F238E27FC236}">
                <a16:creationId xmlns:a16="http://schemas.microsoft.com/office/drawing/2014/main" id="{F6D61C92-BCEE-49DD-B1CC-17BBEDD2CCE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41102146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5_Aangepaste indelin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3D3BF20-B66A-D586-139E-9C8543F05202}"/>
              </a:ext>
            </a:extLst>
          </p:cNvPr>
          <p:cNvSpPr/>
          <p:nvPr/>
        </p:nvSpPr>
        <p:spPr>
          <a:xfrm>
            <a:off x="0" y="0"/>
            <a:ext cx="9144000" cy="731520"/>
          </a:xfrm>
          <a:prstGeom prst="rect">
            <a:avLst/>
          </a:prstGeom>
          <a:solidFill>
            <a:srgbClr val="1C2B39"/>
          </a:solidFill>
          <a:ln/>
        </p:spPr>
        <p:txBody>
          <a:bodyPr/>
          <a:lstStyle/>
          <a:p>
            <a:endParaRPr lang="en-NL"/>
          </a:p>
        </p:txBody>
      </p:sp>
      <p:sp>
        <p:nvSpPr>
          <p:cNvPr id="4" name="Shape 1">
            <a:extLst>
              <a:ext uri="{FF2B5EF4-FFF2-40B4-BE49-F238E27FC236}">
                <a16:creationId xmlns:a16="http://schemas.microsoft.com/office/drawing/2014/main" id="{E98D7A74-F3D3-AC08-CAAF-14B774F3B86B}"/>
              </a:ext>
            </a:extLst>
          </p:cNvPr>
          <p:cNvSpPr/>
          <p:nvPr/>
        </p:nvSpPr>
        <p:spPr>
          <a:xfrm>
            <a:off x="0" y="731520"/>
            <a:ext cx="9144000" cy="36576"/>
          </a:xfrm>
          <a:prstGeom prst="rect">
            <a:avLst/>
          </a:prstGeom>
          <a:solidFill>
            <a:srgbClr val="D4891A"/>
          </a:solidFill>
          <a:ln/>
        </p:spPr>
        <p:txBody>
          <a:bodyPr/>
          <a:lstStyle/>
          <a:p>
            <a:endParaRPr lang="en-NL"/>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333942" y="1243085"/>
            <a:ext cx="8397682" cy="3691986"/>
          </a:xfrm>
          <a:prstGeom prst="rect">
            <a:avLst/>
          </a:prstGeom>
          <a:solidFill>
            <a:srgbClr val="FFFFFF"/>
          </a:solidFill>
          <a:ln/>
          <a:effectLst>
            <a:outerShdw blurRad="127000" dist="38100" dir="8100000" algn="bl" rotWithShape="0">
              <a:srgbClr val="000000">
                <a:alpha val="12000"/>
              </a:srgbClr>
            </a:outerShdw>
          </a:effectLst>
        </p:spPr>
        <p:txBody>
          <a:bodyPr/>
          <a:lstStyle>
            <a:lvl1pPr>
              <a:defRPr lang="nl-NL" sz="1800"/>
            </a:lvl1pPr>
            <a:lvl2pPr>
              <a:defRPr lang="nl-NL" sz="1800"/>
            </a:lvl2pPr>
            <a:lvl3pPr>
              <a:defRPr lang="nl-NL" sz="1800"/>
            </a:lvl3pPr>
            <a:lvl4pPr>
              <a:defRPr lang="nl-NL" sz="1800"/>
            </a:lvl4pPr>
            <a:lvl5pPr>
              <a:defRPr lang="en-NL" sz="1800"/>
            </a:lvl5pPr>
          </a:lstStyle>
          <a:p>
            <a:pPr marL="0" lvl="0"/>
            <a:r>
              <a:rPr lang="nl-NL"/>
              <a:t>Klikken om de tekststijl van het model te bewerken</a:t>
            </a:r>
          </a:p>
          <a:p>
            <a:pPr marL="0" lvl="1"/>
            <a:r>
              <a:rPr lang="nl-NL"/>
              <a:t>Tweede niveau</a:t>
            </a:r>
          </a:p>
          <a:p>
            <a:pPr marL="0" lvl="2"/>
            <a:r>
              <a:rPr lang="nl-NL"/>
              <a:t>Derde niveau</a:t>
            </a:r>
          </a:p>
          <a:p>
            <a:pPr marL="0" lvl="3"/>
            <a:r>
              <a:rPr lang="nl-NL"/>
              <a:t>Vierde niveau</a:t>
            </a:r>
          </a:p>
          <a:p>
            <a:pPr marL="0"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333941" y="961202"/>
            <a:ext cx="8397682" cy="24428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2" name="Graphic 1">
            <a:extLst>
              <a:ext uri="{FF2B5EF4-FFF2-40B4-BE49-F238E27FC236}">
                <a16:creationId xmlns:a16="http://schemas.microsoft.com/office/drawing/2014/main" id="{0AC2E45B-12F5-E700-5726-AB8FFB8AD4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27466877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2_Aangepaste indelin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3D3BF20-B66A-D586-139E-9C8543F05202}"/>
              </a:ext>
            </a:extLst>
          </p:cNvPr>
          <p:cNvSpPr/>
          <p:nvPr/>
        </p:nvSpPr>
        <p:spPr>
          <a:xfrm>
            <a:off x="0" y="0"/>
            <a:ext cx="9144000" cy="731520"/>
          </a:xfrm>
          <a:prstGeom prst="rect">
            <a:avLst/>
          </a:prstGeom>
          <a:solidFill>
            <a:srgbClr val="1C2B39"/>
          </a:solidFill>
          <a:ln/>
        </p:spPr>
        <p:txBody>
          <a:bodyPr/>
          <a:lstStyle/>
          <a:p>
            <a:endParaRPr lang="en-NL"/>
          </a:p>
        </p:txBody>
      </p:sp>
      <p:sp>
        <p:nvSpPr>
          <p:cNvPr id="4" name="Shape 1">
            <a:extLst>
              <a:ext uri="{FF2B5EF4-FFF2-40B4-BE49-F238E27FC236}">
                <a16:creationId xmlns:a16="http://schemas.microsoft.com/office/drawing/2014/main" id="{E98D7A74-F3D3-AC08-CAAF-14B774F3B86B}"/>
              </a:ext>
            </a:extLst>
          </p:cNvPr>
          <p:cNvSpPr/>
          <p:nvPr/>
        </p:nvSpPr>
        <p:spPr>
          <a:xfrm>
            <a:off x="0" y="731520"/>
            <a:ext cx="9144000" cy="36576"/>
          </a:xfrm>
          <a:prstGeom prst="rect">
            <a:avLst/>
          </a:prstGeom>
          <a:solidFill>
            <a:srgbClr val="D4891A"/>
          </a:solidFill>
          <a:ln/>
        </p:spPr>
        <p:txBody>
          <a:bodyPr/>
          <a:lstStyle/>
          <a:p>
            <a:endParaRPr lang="en-NL"/>
          </a:p>
        </p:txBody>
      </p:sp>
      <p:sp>
        <p:nvSpPr>
          <p:cNvPr id="7" name="Shape 3">
            <a:extLst>
              <a:ext uri="{FF2B5EF4-FFF2-40B4-BE49-F238E27FC236}">
                <a16:creationId xmlns:a16="http://schemas.microsoft.com/office/drawing/2014/main" id="{81CDA91B-900A-35C4-D0C0-C7B805BC6D9E}"/>
              </a:ext>
            </a:extLst>
          </p:cNvPr>
          <p:cNvSpPr/>
          <p:nvPr/>
        </p:nvSpPr>
        <p:spPr>
          <a:xfrm>
            <a:off x="320039" y="896112"/>
            <a:ext cx="8528125" cy="3934506"/>
          </a:xfrm>
          <a:prstGeom prst="rect">
            <a:avLst/>
          </a:prstGeom>
          <a:solidFill>
            <a:srgbClr val="FFFFFF"/>
          </a:solidFill>
          <a:ln/>
          <a:effectLst>
            <a:outerShdw blurRad="127000" dist="38100" dir="8100000" algn="bl" rotWithShape="0">
              <a:srgbClr val="000000">
                <a:alpha val="12000"/>
              </a:srgbClr>
            </a:outerShdw>
          </a:effectLst>
        </p:spPr>
        <p:txBody>
          <a:bodyPr/>
          <a:lstStyle/>
          <a:p>
            <a:endParaRPr lang="en-NL"/>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sp>
        <p:nvSpPr>
          <p:cNvPr id="44" name="Tijdelijke aanduiding voor inhoud 43">
            <a:extLst>
              <a:ext uri="{FF2B5EF4-FFF2-40B4-BE49-F238E27FC236}">
                <a16:creationId xmlns:a16="http://schemas.microsoft.com/office/drawing/2014/main" id="{AAAF7DC3-E8C6-E3F3-2E69-AED816531AC7}"/>
              </a:ext>
            </a:extLst>
          </p:cNvPr>
          <p:cNvSpPr>
            <a:spLocks noGrp="1"/>
          </p:cNvSpPr>
          <p:nvPr>
            <p:ph sz="quarter" idx="10"/>
          </p:nvPr>
        </p:nvSpPr>
        <p:spPr>
          <a:xfrm>
            <a:off x="568070" y="1243085"/>
            <a:ext cx="8163554" cy="3300397"/>
          </a:xfrm>
          <a:prstGeom prst="rect">
            <a:avLst/>
          </a:prstGeom>
        </p:spPr>
        <p:txBody>
          <a:bodyPr/>
          <a:lstStyle>
            <a:lvl1pPr>
              <a:defRPr sz="2400"/>
            </a:lvl1pPr>
            <a:lvl2pPr>
              <a:defRPr sz="2000"/>
            </a:lvl2pPr>
            <a:lvl3pPr>
              <a:defRPr sz="1800"/>
            </a:lvl3pPr>
            <a:lvl4pPr>
              <a:defRPr sz="1600"/>
            </a:lvl4pPr>
            <a:lvl5pPr>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NL"/>
          </a:p>
        </p:txBody>
      </p:sp>
      <p:sp>
        <p:nvSpPr>
          <p:cNvPr id="46" name="Tijdelijke aanduiding voor tekst 45">
            <a:extLst>
              <a:ext uri="{FF2B5EF4-FFF2-40B4-BE49-F238E27FC236}">
                <a16:creationId xmlns:a16="http://schemas.microsoft.com/office/drawing/2014/main" id="{0A2E858F-F5C2-F929-190A-AFCE206BA099}"/>
              </a:ext>
            </a:extLst>
          </p:cNvPr>
          <p:cNvSpPr>
            <a:spLocks noGrp="1"/>
          </p:cNvSpPr>
          <p:nvPr>
            <p:ph type="body" sz="quarter" idx="11" hasCustomPrompt="1"/>
          </p:nvPr>
        </p:nvSpPr>
        <p:spPr>
          <a:xfrm>
            <a:off x="568069" y="961202"/>
            <a:ext cx="8163554" cy="218374"/>
          </a:xfrm>
          <a:prstGeom prst="rect">
            <a:avLst/>
          </a:prstGeom>
          <a:noFill/>
          <a:ln/>
        </p:spPr>
        <p:txBody>
          <a:bodyPr wrap="square" rtlCol="0" anchor="ctr"/>
          <a:lstStyle>
            <a:lvl1pPr>
              <a:defRPr lang="nl-NL" sz="800" b="1" kern="0" spc="300" smtClean="0">
                <a:solidFill>
                  <a:srgbClr val="7A8B96"/>
                </a:solidFill>
              </a:defRPr>
            </a:lvl1pPr>
            <a:lvl2pPr>
              <a:defRPr lang="nl-NL" sz="1800" smtClean="0"/>
            </a:lvl2pPr>
            <a:lvl3pPr>
              <a:defRPr lang="nl-NL" sz="1800" smtClean="0"/>
            </a:lvl3pPr>
            <a:lvl4pPr>
              <a:defRPr lang="nl-NL" sz="1800" smtClean="0"/>
            </a:lvl4pPr>
            <a:lvl5pPr>
              <a:defRPr lang="en-NL" sz="1800"/>
            </a:lvl5pPr>
          </a:lstStyle>
          <a:p>
            <a:pPr marL="0" lvl="0" indent="0">
              <a:buNone/>
            </a:pPr>
            <a:r>
              <a:rPr lang="en-US" dirty="0"/>
              <a:t>header</a:t>
            </a:r>
            <a:endParaRPr lang="en-NL" dirty="0"/>
          </a:p>
        </p:txBody>
      </p:sp>
      <p:pic>
        <p:nvPicPr>
          <p:cNvPr id="2" name="Graphic 1">
            <a:extLst>
              <a:ext uri="{FF2B5EF4-FFF2-40B4-BE49-F238E27FC236}">
                <a16:creationId xmlns:a16="http://schemas.microsoft.com/office/drawing/2014/main" id="{1546C469-1A9E-9674-4894-A4C583E2E0F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348248330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6_Aangepaste indeling">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03D3BF20-B66A-D586-139E-9C8543F05202}"/>
              </a:ext>
            </a:extLst>
          </p:cNvPr>
          <p:cNvSpPr/>
          <p:nvPr userDrawn="1"/>
        </p:nvSpPr>
        <p:spPr>
          <a:xfrm>
            <a:off x="0" y="0"/>
            <a:ext cx="9144000" cy="731520"/>
          </a:xfrm>
          <a:prstGeom prst="rect">
            <a:avLst/>
          </a:prstGeom>
          <a:solidFill>
            <a:srgbClr val="1C2B39"/>
          </a:solidFill>
          <a:ln/>
        </p:spPr>
        <p:txBody>
          <a:bodyPr/>
          <a:lstStyle/>
          <a:p>
            <a:endParaRPr lang="en-NL" sz="1800"/>
          </a:p>
        </p:txBody>
      </p:sp>
      <p:sp>
        <p:nvSpPr>
          <p:cNvPr id="4" name="Shape 1">
            <a:extLst>
              <a:ext uri="{FF2B5EF4-FFF2-40B4-BE49-F238E27FC236}">
                <a16:creationId xmlns:a16="http://schemas.microsoft.com/office/drawing/2014/main" id="{E98D7A74-F3D3-AC08-CAAF-14B774F3B86B}"/>
              </a:ext>
            </a:extLst>
          </p:cNvPr>
          <p:cNvSpPr/>
          <p:nvPr userDrawn="1"/>
        </p:nvSpPr>
        <p:spPr>
          <a:xfrm>
            <a:off x="0" y="731520"/>
            <a:ext cx="9144000" cy="36576"/>
          </a:xfrm>
          <a:prstGeom prst="rect">
            <a:avLst/>
          </a:prstGeom>
          <a:solidFill>
            <a:schemeClr val="accent1"/>
          </a:solidFill>
          <a:ln/>
        </p:spPr>
        <p:txBody>
          <a:bodyPr/>
          <a:lstStyle/>
          <a:p>
            <a:endParaRPr lang="en-NL" sz="1800"/>
          </a:p>
        </p:txBody>
      </p:sp>
      <p:sp>
        <p:nvSpPr>
          <p:cNvPr id="41" name="Titel 17">
            <a:extLst>
              <a:ext uri="{FF2B5EF4-FFF2-40B4-BE49-F238E27FC236}">
                <a16:creationId xmlns:a16="http://schemas.microsoft.com/office/drawing/2014/main" id="{64162D00-3A37-216E-D7F6-6C5D3A6431F5}"/>
              </a:ext>
            </a:extLst>
          </p:cNvPr>
          <p:cNvSpPr>
            <a:spLocks noGrp="1"/>
          </p:cNvSpPr>
          <p:nvPr>
            <p:ph type="title" hasCustomPrompt="1"/>
          </p:nvPr>
        </p:nvSpPr>
        <p:spPr>
          <a:xfrm>
            <a:off x="333941" y="0"/>
            <a:ext cx="7886700" cy="722208"/>
          </a:xfrm>
          <a:prstGeom prst="rect">
            <a:avLst/>
          </a:prstGeom>
          <a:noFill/>
          <a:ln/>
        </p:spPr>
        <p:txBody>
          <a:bodyPr wrap="square" rtlCol="0" anchor="ctr"/>
          <a:lstStyle>
            <a:lvl1pPr algn="just">
              <a:defRPr lang="en-NL" sz="2800" b="1" kern="0" spc="300" dirty="0">
                <a:solidFill>
                  <a:schemeClr val="bg2"/>
                </a:solidFill>
                <a:latin typeface="+mj-lt"/>
                <a:ea typeface="+mn-ea"/>
                <a:cs typeface="+mn-cs"/>
              </a:defRPr>
            </a:lvl1pPr>
          </a:lstStyle>
          <a:p>
            <a:pPr marL="0" lvl="0" indent="0" algn="l"/>
            <a:r>
              <a:rPr lang="nl-NL" dirty="0" err="1"/>
              <a:t>Title</a:t>
            </a:r>
            <a:endParaRPr lang="en-NL" dirty="0"/>
          </a:p>
        </p:txBody>
      </p:sp>
      <p:pic>
        <p:nvPicPr>
          <p:cNvPr id="5" name="Graphic 4">
            <a:extLst>
              <a:ext uri="{FF2B5EF4-FFF2-40B4-BE49-F238E27FC236}">
                <a16:creationId xmlns:a16="http://schemas.microsoft.com/office/drawing/2014/main" id="{0EDAB47E-AF92-2407-0C15-A1BE503B269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51623" y="53890"/>
            <a:ext cx="661394" cy="771627"/>
          </a:xfrm>
          <a:prstGeom prst="rect">
            <a:avLst/>
          </a:prstGeom>
        </p:spPr>
      </p:pic>
    </p:spTree>
    <p:extLst>
      <p:ext uri="{BB962C8B-B14F-4D97-AF65-F5344CB8AC3E}">
        <p14:creationId xmlns:p14="http://schemas.microsoft.com/office/powerpoint/2010/main" val="8076515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theme" Target="../theme/theme2.xml"/><Relationship Id="rId5" Type="http://schemas.openxmlformats.org/officeDocument/2006/relationships/slideLayout" Target="../slideLayouts/slideLayout15.xml"/><Relationship Id="rId4"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theme" Target="../theme/theme3.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theme" Target="../theme/theme4.xml"/><Relationship Id="rId5" Type="http://schemas.openxmlformats.org/officeDocument/2006/relationships/slideLayout" Target="../slideLayouts/slideLayout26.xml"/><Relationship Id="rId4" Type="http://schemas.openxmlformats.org/officeDocument/2006/relationships/slideLayout" Target="../slideLayouts/slideLayout25.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9.xml"/><Relationship Id="rId7" Type="http://schemas.openxmlformats.org/officeDocument/2006/relationships/theme" Target="../theme/theme5.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5" Type="http://schemas.openxmlformats.org/officeDocument/2006/relationships/slideLayout" Target="../slideLayouts/slideLayout31.xml"/><Relationship Id="rId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Shape 1">
            <a:extLst>
              <a:ext uri="{FF2B5EF4-FFF2-40B4-BE49-F238E27FC236}">
                <a16:creationId xmlns:a16="http://schemas.microsoft.com/office/drawing/2014/main" id="{345E3163-8BA5-6EBC-9C7A-5C6D0FF2F32C}"/>
              </a:ext>
            </a:extLst>
          </p:cNvPr>
          <p:cNvSpPr/>
          <p:nvPr/>
        </p:nvSpPr>
        <p:spPr>
          <a:xfrm>
            <a:off x="0" y="0"/>
            <a:ext cx="9144000" cy="54864"/>
          </a:xfrm>
          <a:prstGeom prst="rect">
            <a:avLst/>
          </a:prstGeom>
          <a:solidFill>
            <a:schemeClr val="accent1"/>
          </a:solidFill>
          <a:ln/>
        </p:spPr>
        <p:txBody>
          <a:bodyPr/>
          <a:lstStyle/>
          <a:p>
            <a:endParaRPr lang="en-NL"/>
          </a:p>
        </p:txBody>
      </p:sp>
    </p:spTree>
    <p:extLst>
      <p:ext uri="{BB962C8B-B14F-4D97-AF65-F5344CB8AC3E}">
        <p14:creationId xmlns:p14="http://schemas.microsoft.com/office/powerpoint/2010/main" val="3082247648"/>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7" r:id="rId3"/>
    <p:sldLayoutId id="2147483658" r:id="rId4"/>
    <p:sldLayoutId id="2147483654" r:id="rId5"/>
    <p:sldLayoutId id="2147483675" r:id="rId6"/>
    <p:sldLayoutId id="2147483671" r:id="rId7"/>
    <p:sldLayoutId id="2147483672" r:id="rId8"/>
    <p:sldLayoutId id="2147483673" r:id="rId9"/>
    <p:sldLayoutId id="2147483674"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Shape 1">
            <a:extLst>
              <a:ext uri="{FF2B5EF4-FFF2-40B4-BE49-F238E27FC236}">
                <a16:creationId xmlns:a16="http://schemas.microsoft.com/office/drawing/2014/main" id="{345E3163-8BA5-6EBC-9C7A-5C6D0FF2F32C}"/>
              </a:ext>
            </a:extLst>
          </p:cNvPr>
          <p:cNvSpPr/>
          <p:nvPr/>
        </p:nvSpPr>
        <p:spPr>
          <a:xfrm>
            <a:off x="0" y="0"/>
            <a:ext cx="9144000" cy="54864"/>
          </a:xfrm>
          <a:prstGeom prst="rect">
            <a:avLst/>
          </a:prstGeom>
          <a:solidFill>
            <a:schemeClr val="accent1"/>
          </a:solidFill>
          <a:ln/>
        </p:spPr>
        <p:txBody>
          <a:bodyPr/>
          <a:lstStyle/>
          <a:p>
            <a:endParaRPr lang="en-NL"/>
          </a:p>
        </p:txBody>
      </p:sp>
    </p:spTree>
    <p:extLst>
      <p:ext uri="{BB962C8B-B14F-4D97-AF65-F5344CB8AC3E}">
        <p14:creationId xmlns:p14="http://schemas.microsoft.com/office/powerpoint/2010/main" val="4242295850"/>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7" r:id="rId3"/>
    <p:sldLayoutId id="2147483668" r:id="rId4"/>
    <p:sldLayoutId id="2147483669"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5" name="Shape 1">
            <a:extLst>
              <a:ext uri="{FF2B5EF4-FFF2-40B4-BE49-F238E27FC236}">
                <a16:creationId xmlns:a16="http://schemas.microsoft.com/office/drawing/2014/main" id="{23D0BDF3-0DAE-C60D-2D6A-8101725359A1}"/>
              </a:ext>
            </a:extLst>
          </p:cNvPr>
          <p:cNvSpPr/>
          <p:nvPr/>
        </p:nvSpPr>
        <p:spPr>
          <a:xfrm>
            <a:off x="0" y="0"/>
            <a:ext cx="9144000" cy="54864"/>
          </a:xfrm>
          <a:prstGeom prst="rect">
            <a:avLst/>
          </a:prstGeom>
          <a:solidFill>
            <a:schemeClr val="accent1"/>
          </a:solidFill>
          <a:ln/>
        </p:spPr>
        <p:txBody>
          <a:bodyPr/>
          <a:lstStyle/>
          <a:p>
            <a:endParaRPr lang="en-NL"/>
          </a:p>
        </p:txBody>
      </p:sp>
    </p:spTree>
    <p:extLst>
      <p:ext uri="{BB962C8B-B14F-4D97-AF65-F5344CB8AC3E}">
        <p14:creationId xmlns:p14="http://schemas.microsoft.com/office/powerpoint/2010/main" val="145993551"/>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Shape 1">
            <a:extLst>
              <a:ext uri="{FF2B5EF4-FFF2-40B4-BE49-F238E27FC236}">
                <a16:creationId xmlns:a16="http://schemas.microsoft.com/office/drawing/2014/main" id="{345E3163-8BA5-6EBC-9C7A-5C6D0FF2F32C}"/>
              </a:ext>
            </a:extLst>
          </p:cNvPr>
          <p:cNvSpPr/>
          <p:nvPr/>
        </p:nvSpPr>
        <p:spPr>
          <a:xfrm>
            <a:off x="0" y="0"/>
            <a:ext cx="9144000" cy="54864"/>
          </a:xfrm>
          <a:prstGeom prst="rect">
            <a:avLst/>
          </a:prstGeom>
          <a:solidFill>
            <a:schemeClr val="accent1"/>
          </a:solidFill>
          <a:ln/>
        </p:spPr>
        <p:txBody>
          <a:bodyPr/>
          <a:lstStyle/>
          <a:p>
            <a:endParaRPr lang="en-NL"/>
          </a:p>
        </p:txBody>
      </p:sp>
    </p:spTree>
    <p:extLst>
      <p:ext uri="{BB962C8B-B14F-4D97-AF65-F5344CB8AC3E}">
        <p14:creationId xmlns:p14="http://schemas.microsoft.com/office/powerpoint/2010/main" val="81412398"/>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Shape 1">
            <a:extLst>
              <a:ext uri="{FF2B5EF4-FFF2-40B4-BE49-F238E27FC236}">
                <a16:creationId xmlns:a16="http://schemas.microsoft.com/office/drawing/2014/main" id="{345E3163-8BA5-6EBC-9C7A-5C6D0FF2F32C}"/>
              </a:ext>
            </a:extLst>
          </p:cNvPr>
          <p:cNvSpPr/>
          <p:nvPr/>
        </p:nvSpPr>
        <p:spPr>
          <a:xfrm>
            <a:off x="0" y="0"/>
            <a:ext cx="9144000" cy="54864"/>
          </a:xfrm>
          <a:prstGeom prst="rect">
            <a:avLst/>
          </a:prstGeom>
          <a:solidFill>
            <a:schemeClr val="accent1"/>
          </a:solidFill>
          <a:ln/>
        </p:spPr>
        <p:txBody>
          <a:bodyPr/>
          <a:lstStyle/>
          <a:p>
            <a:endParaRPr lang="en-NL"/>
          </a:p>
        </p:txBody>
      </p:sp>
    </p:spTree>
    <p:extLst>
      <p:ext uri="{BB962C8B-B14F-4D97-AF65-F5344CB8AC3E}">
        <p14:creationId xmlns:p14="http://schemas.microsoft.com/office/powerpoint/2010/main" val="713523248"/>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8" Type="http://schemas.openxmlformats.org/officeDocument/2006/relationships/hyperlink" Target="#phase-6--scenario-modeling-and-output-sinks-feb-20"/><Relationship Id="rId13" Type="http://schemas.openxmlformats.org/officeDocument/2006/relationships/hyperlink" Target="#quality-and-stability-assessment"/><Relationship Id="rId3" Type="http://schemas.openxmlformats.org/officeDocument/2006/relationships/hyperlink" Target="#phase-1--stabilising-v1-feb-1518"/><Relationship Id="rId7" Type="http://schemas.openxmlformats.org/officeDocument/2006/relationships/hyperlink" Target="#phase-5--namespace-cleanup-feb-20"/><Relationship Id="rId12" Type="http://schemas.openxmlformats.org/officeDocument/2006/relationships/hyperlink" Target="#proposal--insurance-contracts-feb-20-open-draft"/><Relationship Id="rId2" Type="http://schemas.openxmlformats.org/officeDocument/2006/relationships/hyperlink" Target="#starting-point--before-the-first-pr"/><Relationship Id="rId1" Type="http://schemas.openxmlformats.org/officeDocument/2006/relationships/slideLayout" Target="../slideLayouts/slideLayout20.xml"/><Relationship Id="rId6" Type="http://schemas.openxmlformats.org/officeDocument/2006/relationships/hyperlink" Target="#phase-4--solution-restructure-feb-1920"/><Relationship Id="rId11" Type="http://schemas.openxmlformats.org/officeDocument/2006/relationships/hyperlink" Target="#phase-9--comprehensive-documentation-feb-2021"/><Relationship Id="rId5" Type="http://schemas.openxmlformats.org/officeDocument/2006/relationships/hyperlink" Target="#phase-3--v3-gpu-kernel-feb-1920"/><Relationship Id="rId10" Type="http://schemas.openxmlformats.org/officeDocument/2006/relationships/hyperlink" Target="#phase-8--reporting-transformer-feb-20"/><Relationship Id="rId4" Type="http://schemas.openxmlformats.org/officeDocument/2006/relationships/hyperlink" Target="#phase-2--v2-strongly-typed-cpu-engine-feb-1819"/><Relationship Id="rId9" Type="http://schemas.openxmlformats.org/officeDocument/2006/relationships/hyperlink" Target="#phase-7--real-world-monte-carlo-demo-feb-20"/><Relationship Id="rId14" Type="http://schemas.openxmlformats.org/officeDocument/2006/relationships/hyperlink" Target="#summary-the-full-arc"/></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1.xml"/><Relationship Id="rId5" Type="http://schemas.openxmlformats.org/officeDocument/2006/relationships/chart" Target="../charts/chart2.xml"/><Relationship Id="rId4" Type="http://schemas.openxmlformats.org/officeDocument/2006/relationships/image" Target="../media/image11.svg"/></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B0DBA6A-C036-4625-8649-4B818A74FDA3}"/>
              </a:ext>
            </a:extLst>
          </p:cNvPr>
          <p:cNvSpPr>
            <a:spLocks noGrp="1"/>
          </p:cNvSpPr>
          <p:nvPr>
            <p:ph type="title"/>
          </p:nvPr>
        </p:nvSpPr>
        <p:spPr/>
        <p:txBody>
          <a:bodyPr/>
          <a:lstStyle/>
          <a:p>
            <a:r>
              <a:rPr lang="en-GB" dirty="0"/>
              <a:t>Run large portfolio’s on </a:t>
            </a:r>
            <a:r>
              <a:rPr lang="en-GB" dirty="0" err="1"/>
              <a:t>gpu</a:t>
            </a:r>
            <a:endParaRPr lang="en-NL" dirty="0"/>
          </a:p>
        </p:txBody>
      </p:sp>
    </p:spTree>
    <p:extLst>
      <p:ext uri="{BB962C8B-B14F-4D97-AF65-F5344CB8AC3E}">
        <p14:creationId xmlns:p14="http://schemas.microsoft.com/office/powerpoint/2010/main" val="21330079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AD8A891-871B-AB62-7B63-0019C81B42E7}"/>
              </a:ext>
            </a:extLst>
          </p:cNvPr>
          <p:cNvSpPr>
            <a:spLocks noGrp="1"/>
          </p:cNvSpPr>
          <p:nvPr>
            <p:ph type="title"/>
          </p:nvPr>
        </p:nvSpPr>
        <p:spPr/>
        <p:txBody>
          <a:bodyPr/>
          <a:lstStyle/>
          <a:p>
            <a:r>
              <a:rPr lang="en-US" dirty="0"/>
              <a:t>Agenda</a:t>
            </a:r>
            <a:endParaRPr lang="en-NL" dirty="0"/>
          </a:p>
        </p:txBody>
      </p:sp>
      <p:grpSp>
        <p:nvGrpSpPr>
          <p:cNvPr id="5" name="Groep 4">
            <a:extLst>
              <a:ext uri="{FF2B5EF4-FFF2-40B4-BE49-F238E27FC236}">
                <a16:creationId xmlns:a16="http://schemas.microsoft.com/office/drawing/2014/main" id="{C0902F53-B56F-5407-AFA4-3BB2A000FB02}"/>
              </a:ext>
            </a:extLst>
          </p:cNvPr>
          <p:cNvGrpSpPr/>
          <p:nvPr/>
        </p:nvGrpSpPr>
        <p:grpSpPr>
          <a:xfrm>
            <a:off x="1042416" y="1323109"/>
            <a:ext cx="3529584" cy="347472"/>
            <a:chOff x="5303520" y="3447288"/>
            <a:chExt cx="3529584" cy="347472"/>
          </a:xfrm>
        </p:grpSpPr>
        <p:sp>
          <p:nvSpPr>
            <p:cNvPr id="6" name="Shape 19">
              <a:extLst>
                <a:ext uri="{FF2B5EF4-FFF2-40B4-BE49-F238E27FC236}">
                  <a16:creationId xmlns:a16="http://schemas.microsoft.com/office/drawing/2014/main" id="{93A05ABA-4758-523D-A94F-B33DBF2FC3C3}"/>
                </a:ext>
              </a:extLst>
            </p:cNvPr>
            <p:cNvSpPr/>
            <p:nvPr/>
          </p:nvSpPr>
          <p:spPr>
            <a:xfrm>
              <a:off x="5303520" y="3474720"/>
              <a:ext cx="54864" cy="292608"/>
            </a:xfrm>
            <a:prstGeom prst="rect">
              <a:avLst/>
            </a:prstGeom>
            <a:solidFill>
              <a:schemeClr val="accent1"/>
            </a:solidFill>
            <a:ln/>
          </p:spPr>
          <p:txBody>
            <a:bodyPr/>
            <a:lstStyle/>
            <a:p>
              <a:endParaRPr lang="en-NL">
                <a:solidFill>
                  <a:schemeClr val="accent1"/>
                </a:solidFill>
              </a:endParaRPr>
            </a:p>
          </p:txBody>
        </p:sp>
        <p:sp>
          <p:nvSpPr>
            <p:cNvPr id="7" name="Text 20">
              <a:extLst>
                <a:ext uri="{FF2B5EF4-FFF2-40B4-BE49-F238E27FC236}">
                  <a16:creationId xmlns:a16="http://schemas.microsoft.com/office/drawing/2014/main" id="{343FE1AE-BE7E-F8F6-71CA-539D2C6193F6}"/>
                </a:ext>
              </a:extLst>
            </p:cNvPr>
            <p:cNvSpPr/>
            <p:nvPr/>
          </p:nvSpPr>
          <p:spPr>
            <a:xfrm>
              <a:off x="5449824" y="3447288"/>
              <a:ext cx="3383280" cy="347472"/>
            </a:xfrm>
            <a:prstGeom prst="rect">
              <a:avLst/>
            </a:prstGeom>
            <a:noFill/>
            <a:ln/>
          </p:spPr>
          <p:txBody>
            <a:bodyPr wrap="square" rtlCol="0" anchor="ctr"/>
            <a:lstStyle/>
            <a:p>
              <a:r>
                <a:rPr lang="en-US" sz="1100" dirty="0">
                  <a:solidFill>
                    <a:schemeClr val="accent3"/>
                  </a:solidFill>
                </a:rPr>
                <a:t>Goal</a:t>
              </a:r>
            </a:p>
          </p:txBody>
        </p:sp>
      </p:grpSp>
      <p:grpSp>
        <p:nvGrpSpPr>
          <p:cNvPr id="8" name="Groep 7">
            <a:extLst>
              <a:ext uri="{FF2B5EF4-FFF2-40B4-BE49-F238E27FC236}">
                <a16:creationId xmlns:a16="http://schemas.microsoft.com/office/drawing/2014/main" id="{6CCC9A20-E4C9-1361-742A-54E9740E899D}"/>
              </a:ext>
            </a:extLst>
          </p:cNvPr>
          <p:cNvGrpSpPr/>
          <p:nvPr/>
        </p:nvGrpSpPr>
        <p:grpSpPr>
          <a:xfrm>
            <a:off x="1042416" y="1775543"/>
            <a:ext cx="3529584" cy="347472"/>
            <a:chOff x="5303520" y="3447288"/>
            <a:chExt cx="3529584" cy="347472"/>
          </a:xfrm>
        </p:grpSpPr>
        <p:sp>
          <p:nvSpPr>
            <p:cNvPr id="9" name="Shape 19">
              <a:extLst>
                <a:ext uri="{FF2B5EF4-FFF2-40B4-BE49-F238E27FC236}">
                  <a16:creationId xmlns:a16="http://schemas.microsoft.com/office/drawing/2014/main" id="{980D33F9-5B10-691B-3A2C-3A52B81999DD}"/>
                </a:ext>
              </a:extLst>
            </p:cNvPr>
            <p:cNvSpPr/>
            <p:nvPr/>
          </p:nvSpPr>
          <p:spPr>
            <a:xfrm>
              <a:off x="5303520" y="3474720"/>
              <a:ext cx="54864" cy="292608"/>
            </a:xfrm>
            <a:prstGeom prst="rect">
              <a:avLst/>
            </a:prstGeom>
            <a:solidFill>
              <a:schemeClr val="accent1"/>
            </a:solidFill>
            <a:ln/>
          </p:spPr>
          <p:txBody>
            <a:bodyPr/>
            <a:lstStyle/>
            <a:p>
              <a:endParaRPr lang="en-NL">
                <a:solidFill>
                  <a:schemeClr val="accent1"/>
                </a:solidFill>
              </a:endParaRPr>
            </a:p>
          </p:txBody>
        </p:sp>
        <p:sp>
          <p:nvSpPr>
            <p:cNvPr id="10" name="Text 20">
              <a:extLst>
                <a:ext uri="{FF2B5EF4-FFF2-40B4-BE49-F238E27FC236}">
                  <a16:creationId xmlns:a16="http://schemas.microsoft.com/office/drawing/2014/main" id="{91FBC751-7B2E-957C-56FD-8C57E3651380}"/>
                </a:ext>
              </a:extLst>
            </p:cNvPr>
            <p:cNvSpPr/>
            <p:nvPr/>
          </p:nvSpPr>
          <p:spPr>
            <a:xfrm>
              <a:off x="5449824" y="3447288"/>
              <a:ext cx="3383280" cy="347472"/>
            </a:xfrm>
            <a:prstGeom prst="rect">
              <a:avLst/>
            </a:prstGeom>
            <a:noFill/>
            <a:ln/>
          </p:spPr>
          <p:txBody>
            <a:bodyPr wrap="square" rtlCol="0" anchor="ctr"/>
            <a:lstStyle/>
            <a:p>
              <a:r>
                <a:rPr lang="en-US" sz="1100" dirty="0">
                  <a:solidFill>
                    <a:schemeClr val="accent3"/>
                  </a:solidFill>
                </a:rPr>
                <a:t>Approach</a:t>
              </a:r>
            </a:p>
          </p:txBody>
        </p:sp>
      </p:grpSp>
      <p:grpSp>
        <p:nvGrpSpPr>
          <p:cNvPr id="11" name="Groep 10">
            <a:extLst>
              <a:ext uri="{FF2B5EF4-FFF2-40B4-BE49-F238E27FC236}">
                <a16:creationId xmlns:a16="http://schemas.microsoft.com/office/drawing/2014/main" id="{F2953A50-2C65-BD47-EBD2-4B9F9151401C}"/>
              </a:ext>
            </a:extLst>
          </p:cNvPr>
          <p:cNvGrpSpPr/>
          <p:nvPr/>
        </p:nvGrpSpPr>
        <p:grpSpPr>
          <a:xfrm>
            <a:off x="1042416" y="2227976"/>
            <a:ext cx="3529584" cy="347472"/>
            <a:chOff x="5303520" y="3447288"/>
            <a:chExt cx="3529584" cy="347472"/>
          </a:xfrm>
        </p:grpSpPr>
        <p:sp>
          <p:nvSpPr>
            <p:cNvPr id="12" name="Shape 19">
              <a:extLst>
                <a:ext uri="{FF2B5EF4-FFF2-40B4-BE49-F238E27FC236}">
                  <a16:creationId xmlns:a16="http://schemas.microsoft.com/office/drawing/2014/main" id="{C48D6718-577D-18B2-8513-BA703E0C7060}"/>
                </a:ext>
              </a:extLst>
            </p:cNvPr>
            <p:cNvSpPr/>
            <p:nvPr/>
          </p:nvSpPr>
          <p:spPr>
            <a:xfrm>
              <a:off x="5303520" y="3474720"/>
              <a:ext cx="54864" cy="292608"/>
            </a:xfrm>
            <a:prstGeom prst="rect">
              <a:avLst/>
            </a:prstGeom>
            <a:solidFill>
              <a:schemeClr val="accent1"/>
            </a:solidFill>
            <a:ln/>
          </p:spPr>
          <p:txBody>
            <a:bodyPr/>
            <a:lstStyle/>
            <a:p>
              <a:endParaRPr lang="en-NL">
                <a:solidFill>
                  <a:schemeClr val="accent1"/>
                </a:solidFill>
              </a:endParaRPr>
            </a:p>
          </p:txBody>
        </p:sp>
        <p:sp>
          <p:nvSpPr>
            <p:cNvPr id="13" name="Text 20">
              <a:extLst>
                <a:ext uri="{FF2B5EF4-FFF2-40B4-BE49-F238E27FC236}">
                  <a16:creationId xmlns:a16="http://schemas.microsoft.com/office/drawing/2014/main" id="{D69C85D1-687D-0A59-2B03-0E58CF1AC1FF}"/>
                </a:ext>
              </a:extLst>
            </p:cNvPr>
            <p:cNvSpPr/>
            <p:nvPr/>
          </p:nvSpPr>
          <p:spPr>
            <a:xfrm>
              <a:off x="5449824" y="3447288"/>
              <a:ext cx="3383280" cy="347472"/>
            </a:xfrm>
            <a:prstGeom prst="rect">
              <a:avLst/>
            </a:prstGeom>
            <a:noFill/>
            <a:ln/>
          </p:spPr>
          <p:txBody>
            <a:bodyPr wrap="square" rtlCol="0" anchor="ctr"/>
            <a:lstStyle/>
            <a:p>
              <a:r>
                <a:rPr lang="en-US" sz="1100" dirty="0">
                  <a:solidFill>
                    <a:schemeClr val="accent3"/>
                  </a:solidFill>
                </a:rPr>
                <a:t>Challenges</a:t>
              </a:r>
            </a:p>
          </p:txBody>
        </p:sp>
      </p:grpSp>
      <p:grpSp>
        <p:nvGrpSpPr>
          <p:cNvPr id="3" name="Groep 2">
            <a:extLst>
              <a:ext uri="{FF2B5EF4-FFF2-40B4-BE49-F238E27FC236}">
                <a16:creationId xmlns:a16="http://schemas.microsoft.com/office/drawing/2014/main" id="{9E529F4F-06F0-4D41-4C4C-994AD32D9D3C}"/>
              </a:ext>
            </a:extLst>
          </p:cNvPr>
          <p:cNvGrpSpPr/>
          <p:nvPr/>
        </p:nvGrpSpPr>
        <p:grpSpPr>
          <a:xfrm>
            <a:off x="1042416" y="2680410"/>
            <a:ext cx="3529584" cy="347472"/>
            <a:chOff x="5303520" y="3447288"/>
            <a:chExt cx="3529584" cy="347472"/>
          </a:xfrm>
        </p:grpSpPr>
        <p:sp>
          <p:nvSpPr>
            <p:cNvPr id="4" name="Shape 19">
              <a:extLst>
                <a:ext uri="{FF2B5EF4-FFF2-40B4-BE49-F238E27FC236}">
                  <a16:creationId xmlns:a16="http://schemas.microsoft.com/office/drawing/2014/main" id="{99419776-C059-3C0E-EBEA-06FF1AF2BC53}"/>
                </a:ext>
              </a:extLst>
            </p:cNvPr>
            <p:cNvSpPr/>
            <p:nvPr/>
          </p:nvSpPr>
          <p:spPr>
            <a:xfrm>
              <a:off x="5303520" y="3474720"/>
              <a:ext cx="54864" cy="292608"/>
            </a:xfrm>
            <a:prstGeom prst="rect">
              <a:avLst/>
            </a:prstGeom>
            <a:solidFill>
              <a:schemeClr val="accent1"/>
            </a:solidFill>
            <a:ln/>
          </p:spPr>
          <p:txBody>
            <a:bodyPr/>
            <a:lstStyle/>
            <a:p>
              <a:endParaRPr lang="en-NL">
                <a:solidFill>
                  <a:schemeClr val="accent1"/>
                </a:solidFill>
              </a:endParaRPr>
            </a:p>
          </p:txBody>
        </p:sp>
        <p:sp>
          <p:nvSpPr>
            <p:cNvPr id="14" name="Text 20">
              <a:extLst>
                <a:ext uri="{FF2B5EF4-FFF2-40B4-BE49-F238E27FC236}">
                  <a16:creationId xmlns:a16="http://schemas.microsoft.com/office/drawing/2014/main" id="{3FA4B8A5-9458-14E4-7987-11E432515AE6}"/>
                </a:ext>
              </a:extLst>
            </p:cNvPr>
            <p:cNvSpPr/>
            <p:nvPr/>
          </p:nvSpPr>
          <p:spPr>
            <a:xfrm>
              <a:off x="5449824" y="3447288"/>
              <a:ext cx="3383280" cy="347472"/>
            </a:xfrm>
            <a:prstGeom prst="rect">
              <a:avLst/>
            </a:prstGeom>
            <a:noFill/>
            <a:ln/>
          </p:spPr>
          <p:txBody>
            <a:bodyPr wrap="square" rtlCol="0" anchor="ctr"/>
            <a:lstStyle/>
            <a:p>
              <a:r>
                <a:rPr lang="en-US" sz="1100" dirty="0">
                  <a:solidFill>
                    <a:schemeClr val="accent3"/>
                  </a:solidFill>
                </a:rPr>
                <a:t>Validation</a:t>
              </a:r>
            </a:p>
          </p:txBody>
        </p:sp>
      </p:grpSp>
      <p:grpSp>
        <p:nvGrpSpPr>
          <p:cNvPr id="15" name="Groep 14">
            <a:extLst>
              <a:ext uri="{FF2B5EF4-FFF2-40B4-BE49-F238E27FC236}">
                <a16:creationId xmlns:a16="http://schemas.microsoft.com/office/drawing/2014/main" id="{71BC4706-CEEB-A44C-D6A6-5340127D6DD0}"/>
              </a:ext>
            </a:extLst>
          </p:cNvPr>
          <p:cNvGrpSpPr/>
          <p:nvPr/>
        </p:nvGrpSpPr>
        <p:grpSpPr>
          <a:xfrm>
            <a:off x="1042416" y="3585278"/>
            <a:ext cx="3529584" cy="347472"/>
            <a:chOff x="5303520" y="3447288"/>
            <a:chExt cx="3529584" cy="347472"/>
          </a:xfrm>
        </p:grpSpPr>
        <p:sp>
          <p:nvSpPr>
            <p:cNvPr id="16" name="Shape 19">
              <a:extLst>
                <a:ext uri="{FF2B5EF4-FFF2-40B4-BE49-F238E27FC236}">
                  <a16:creationId xmlns:a16="http://schemas.microsoft.com/office/drawing/2014/main" id="{05A9D126-29B3-C3B1-B4D5-1DB11A6E3152}"/>
                </a:ext>
              </a:extLst>
            </p:cNvPr>
            <p:cNvSpPr/>
            <p:nvPr/>
          </p:nvSpPr>
          <p:spPr>
            <a:xfrm>
              <a:off x="5303520" y="3474720"/>
              <a:ext cx="54864" cy="292608"/>
            </a:xfrm>
            <a:prstGeom prst="rect">
              <a:avLst/>
            </a:prstGeom>
            <a:solidFill>
              <a:schemeClr val="accent1"/>
            </a:solidFill>
            <a:ln/>
          </p:spPr>
          <p:txBody>
            <a:bodyPr/>
            <a:lstStyle/>
            <a:p>
              <a:endParaRPr lang="en-NL">
                <a:solidFill>
                  <a:schemeClr val="accent1"/>
                </a:solidFill>
              </a:endParaRPr>
            </a:p>
          </p:txBody>
        </p:sp>
        <p:sp>
          <p:nvSpPr>
            <p:cNvPr id="17" name="Text 20">
              <a:extLst>
                <a:ext uri="{FF2B5EF4-FFF2-40B4-BE49-F238E27FC236}">
                  <a16:creationId xmlns:a16="http://schemas.microsoft.com/office/drawing/2014/main" id="{DDE08034-19D7-0BA2-8CF9-76D8B8AB9D0E}"/>
                </a:ext>
              </a:extLst>
            </p:cNvPr>
            <p:cNvSpPr/>
            <p:nvPr/>
          </p:nvSpPr>
          <p:spPr>
            <a:xfrm>
              <a:off x="5449824" y="3447288"/>
              <a:ext cx="3383280" cy="347472"/>
            </a:xfrm>
            <a:prstGeom prst="rect">
              <a:avLst/>
            </a:prstGeom>
            <a:noFill/>
            <a:ln/>
          </p:spPr>
          <p:txBody>
            <a:bodyPr wrap="square" rtlCol="0" anchor="ctr"/>
            <a:lstStyle/>
            <a:p>
              <a:r>
                <a:rPr lang="en-US" sz="1100" dirty="0">
                  <a:solidFill>
                    <a:schemeClr val="accent3"/>
                  </a:solidFill>
                </a:rPr>
                <a:t>Implications</a:t>
              </a:r>
            </a:p>
          </p:txBody>
        </p:sp>
      </p:grpSp>
      <p:grpSp>
        <p:nvGrpSpPr>
          <p:cNvPr id="18" name="Groep 17">
            <a:extLst>
              <a:ext uri="{FF2B5EF4-FFF2-40B4-BE49-F238E27FC236}">
                <a16:creationId xmlns:a16="http://schemas.microsoft.com/office/drawing/2014/main" id="{D4BABC06-8875-D0A5-2AA1-C3088EC342C1}"/>
              </a:ext>
            </a:extLst>
          </p:cNvPr>
          <p:cNvGrpSpPr/>
          <p:nvPr/>
        </p:nvGrpSpPr>
        <p:grpSpPr>
          <a:xfrm>
            <a:off x="1042416" y="3132844"/>
            <a:ext cx="3529584" cy="347472"/>
            <a:chOff x="5303520" y="3447288"/>
            <a:chExt cx="3529584" cy="347472"/>
          </a:xfrm>
        </p:grpSpPr>
        <p:sp>
          <p:nvSpPr>
            <p:cNvPr id="19" name="Shape 19">
              <a:extLst>
                <a:ext uri="{FF2B5EF4-FFF2-40B4-BE49-F238E27FC236}">
                  <a16:creationId xmlns:a16="http://schemas.microsoft.com/office/drawing/2014/main" id="{AA17DC7E-8FFF-C536-1E5B-8176C0C37A79}"/>
                </a:ext>
              </a:extLst>
            </p:cNvPr>
            <p:cNvSpPr/>
            <p:nvPr/>
          </p:nvSpPr>
          <p:spPr>
            <a:xfrm>
              <a:off x="5303520" y="3474720"/>
              <a:ext cx="54864" cy="292608"/>
            </a:xfrm>
            <a:prstGeom prst="rect">
              <a:avLst/>
            </a:prstGeom>
            <a:solidFill>
              <a:schemeClr val="accent1"/>
            </a:solidFill>
            <a:ln/>
          </p:spPr>
          <p:txBody>
            <a:bodyPr/>
            <a:lstStyle/>
            <a:p>
              <a:endParaRPr lang="en-NL">
                <a:solidFill>
                  <a:schemeClr val="accent1"/>
                </a:solidFill>
              </a:endParaRPr>
            </a:p>
          </p:txBody>
        </p:sp>
        <p:sp>
          <p:nvSpPr>
            <p:cNvPr id="20" name="Text 20">
              <a:extLst>
                <a:ext uri="{FF2B5EF4-FFF2-40B4-BE49-F238E27FC236}">
                  <a16:creationId xmlns:a16="http://schemas.microsoft.com/office/drawing/2014/main" id="{1C29996D-8D4F-3F2C-1411-24018F9CF479}"/>
                </a:ext>
              </a:extLst>
            </p:cNvPr>
            <p:cNvSpPr/>
            <p:nvPr/>
          </p:nvSpPr>
          <p:spPr>
            <a:xfrm>
              <a:off x="5449824" y="3447288"/>
              <a:ext cx="3383280" cy="347472"/>
            </a:xfrm>
            <a:prstGeom prst="rect">
              <a:avLst/>
            </a:prstGeom>
            <a:noFill/>
            <a:ln/>
          </p:spPr>
          <p:txBody>
            <a:bodyPr wrap="square" rtlCol="0" anchor="ctr"/>
            <a:lstStyle/>
            <a:p>
              <a:r>
                <a:rPr lang="en-US" sz="1100" dirty="0">
                  <a:solidFill>
                    <a:schemeClr val="accent3"/>
                  </a:solidFill>
                </a:rPr>
                <a:t>Results</a:t>
              </a:r>
            </a:p>
          </p:txBody>
        </p:sp>
      </p:grpSp>
    </p:spTree>
    <p:extLst>
      <p:ext uri="{BB962C8B-B14F-4D97-AF65-F5344CB8AC3E}">
        <p14:creationId xmlns:p14="http://schemas.microsoft.com/office/powerpoint/2010/main" val="1007636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0DDAE1-C75F-B2A8-87C7-39DF147F2C1F}"/>
              </a:ext>
            </a:extLst>
          </p:cNvPr>
          <p:cNvSpPr>
            <a:spLocks noGrp="1"/>
          </p:cNvSpPr>
          <p:nvPr>
            <p:ph type="title"/>
          </p:nvPr>
        </p:nvSpPr>
        <p:spPr/>
        <p:txBody>
          <a:bodyPr/>
          <a:lstStyle/>
          <a:p>
            <a:r>
              <a:rPr lang="en-GB" dirty="0"/>
              <a:t>Summary</a:t>
            </a:r>
            <a:endParaRPr lang="en-NL" dirty="0"/>
          </a:p>
        </p:txBody>
      </p:sp>
      <p:grpSp>
        <p:nvGrpSpPr>
          <p:cNvPr id="4" name="Groep 3">
            <a:extLst>
              <a:ext uri="{FF2B5EF4-FFF2-40B4-BE49-F238E27FC236}">
                <a16:creationId xmlns:a16="http://schemas.microsoft.com/office/drawing/2014/main" id="{DD614DD8-DDB6-BF55-A6A2-A1C86A426642}"/>
              </a:ext>
            </a:extLst>
          </p:cNvPr>
          <p:cNvGrpSpPr/>
          <p:nvPr/>
        </p:nvGrpSpPr>
        <p:grpSpPr>
          <a:xfrm>
            <a:off x="706232" y="1510329"/>
            <a:ext cx="2468880" cy="2122843"/>
            <a:chOff x="5853953" y="1717637"/>
            <a:chExt cx="2239922" cy="2194560"/>
          </a:xfrm>
        </p:grpSpPr>
        <p:sp>
          <p:nvSpPr>
            <p:cNvPr id="5" name="Shape 4">
              <a:extLst>
                <a:ext uri="{FF2B5EF4-FFF2-40B4-BE49-F238E27FC236}">
                  <a16:creationId xmlns:a16="http://schemas.microsoft.com/office/drawing/2014/main" id="{C1664C36-2E1E-2044-E31F-2B170E3259B3}"/>
                </a:ext>
              </a:extLst>
            </p:cNvPr>
            <p:cNvSpPr/>
            <p:nvPr/>
          </p:nvSpPr>
          <p:spPr>
            <a:xfrm>
              <a:off x="5853953" y="1717637"/>
              <a:ext cx="2239922" cy="2194560"/>
            </a:xfrm>
            <a:prstGeom prst="rect">
              <a:avLst/>
            </a:prstGeom>
            <a:solidFill>
              <a:schemeClr val="tx2"/>
            </a:solidFill>
            <a:ln/>
            <a:effectLst>
              <a:outerShdw blurRad="127000" dist="38100" dir="8100000" algn="bl" rotWithShape="0">
                <a:srgbClr val="000000">
                  <a:alpha val="12000"/>
                </a:srgbClr>
              </a:outerShdw>
            </a:effectLst>
          </p:spPr>
          <p:txBody>
            <a:bodyPr/>
            <a:lstStyle/>
            <a:p>
              <a:endParaRPr lang="en-NL"/>
            </a:p>
          </p:txBody>
        </p:sp>
        <p:sp>
          <p:nvSpPr>
            <p:cNvPr id="6" name="Shape 5">
              <a:extLst>
                <a:ext uri="{FF2B5EF4-FFF2-40B4-BE49-F238E27FC236}">
                  <a16:creationId xmlns:a16="http://schemas.microsoft.com/office/drawing/2014/main" id="{4872F6E5-6D27-F410-F1B2-ED080681D756}"/>
                </a:ext>
              </a:extLst>
            </p:cNvPr>
            <p:cNvSpPr/>
            <p:nvPr/>
          </p:nvSpPr>
          <p:spPr>
            <a:xfrm>
              <a:off x="5853953" y="1717637"/>
              <a:ext cx="2239922" cy="36576"/>
            </a:xfrm>
            <a:prstGeom prst="rect">
              <a:avLst/>
            </a:prstGeom>
            <a:solidFill>
              <a:schemeClr val="accent1"/>
            </a:solidFill>
            <a:ln/>
          </p:spPr>
          <p:txBody>
            <a:bodyPr/>
            <a:lstStyle/>
            <a:p>
              <a:endParaRPr lang="en-NL"/>
            </a:p>
          </p:txBody>
        </p:sp>
        <p:sp>
          <p:nvSpPr>
            <p:cNvPr id="7" name="Text 6">
              <a:extLst>
                <a:ext uri="{FF2B5EF4-FFF2-40B4-BE49-F238E27FC236}">
                  <a16:creationId xmlns:a16="http://schemas.microsoft.com/office/drawing/2014/main" id="{B62E6E7D-ABF6-E7CE-82A4-909471F74040}"/>
                </a:ext>
              </a:extLst>
            </p:cNvPr>
            <p:cNvSpPr/>
            <p:nvPr/>
          </p:nvSpPr>
          <p:spPr>
            <a:xfrm>
              <a:off x="5935438" y="1818221"/>
              <a:ext cx="2012133" cy="320040"/>
            </a:xfrm>
            <a:prstGeom prst="rect">
              <a:avLst/>
            </a:prstGeom>
            <a:noFill/>
            <a:ln/>
          </p:spPr>
          <p:txBody>
            <a:bodyPr wrap="square" rtlCol="0" anchor="ctr"/>
            <a:lstStyle/>
            <a:p>
              <a:r>
                <a:rPr lang="en-US" sz="1400" b="1" dirty="0">
                  <a:solidFill>
                    <a:schemeClr val="bg2"/>
                  </a:solidFill>
                  <a:ea typeface="Trebuchet MS" pitchFamily="34" charset="-122"/>
                  <a:cs typeface="Trebuchet MS" pitchFamily="34" charset="-120"/>
                </a:rPr>
                <a:t>GPU acceleration</a:t>
              </a:r>
              <a:endParaRPr lang="en-US" sz="1400" dirty="0">
                <a:solidFill>
                  <a:schemeClr val="bg2"/>
                </a:solidFill>
              </a:endParaRPr>
            </a:p>
          </p:txBody>
        </p:sp>
        <p:sp>
          <p:nvSpPr>
            <p:cNvPr id="8" name="Text 7">
              <a:extLst>
                <a:ext uri="{FF2B5EF4-FFF2-40B4-BE49-F238E27FC236}">
                  <a16:creationId xmlns:a16="http://schemas.microsoft.com/office/drawing/2014/main" id="{BEE9DBFA-247A-9278-3D9E-3E2427808002}"/>
                </a:ext>
              </a:extLst>
            </p:cNvPr>
            <p:cNvSpPr/>
            <p:nvPr/>
          </p:nvSpPr>
          <p:spPr>
            <a:xfrm>
              <a:off x="5935438" y="2174837"/>
              <a:ext cx="2012133" cy="822960"/>
            </a:xfrm>
            <a:prstGeom prst="rect">
              <a:avLst/>
            </a:prstGeom>
            <a:noFill/>
            <a:ln/>
          </p:spPr>
          <p:txBody>
            <a:bodyPr wrap="square" rtlCol="0" anchor="t"/>
            <a:lstStyle/>
            <a:p>
              <a:pPr>
                <a:lnSpc>
                  <a:spcPct val="140000"/>
                </a:lnSpc>
              </a:pPr>
              <a:r>
                <a:rPr lang="en-US" sz="1100" dirty="0">
                  <a:solidFill>
                    <a:schemeClr val="accent3"/>
                  </a:solidFill>
                </a:rPr>
                <a:t>Enable ACTUS contract engine to scale</a:t>
              </a:r>
            </a:p>
          </p:txBody>
        </p:sp>
        <p:sp>
          <p:nvSpPr>
            <p:cNvPr id="9" name="Text 8">
              <a:extLst>
                <a:ext uri="{FF2B5EF4-FFF2-40B4-BE49-F238E27FC236}">
                  <a16:creationId xmlns:a16="http://schemas.microsoft.com/office/drawing/2014/main" id="{1B728989-579D-295B-90D3-5DABB0133DBF}"/>
                </a:ext>
              </a:extLst>
            </p:cNvPr>
            <p:cNvSpPr/>
            <p:nvPr/>
          </p:nvSpPr>
          <p:spPr>
            <a:xfrm>
              <a:off x="7265894" y="3454997"/>
              <a:ext cx="800549" cy="384048"/>
            </a:xfrm>
            <a:prstGeom prst="rect">
              <a:avLst/>
            </a:prstGeom>
            <a:noFill/>
            <a:ln/>
          </p:spPr>
          <p:txBody>
            <a:bodyPr wrap="square" rtlCol="0" anchor="ctr"/>
            <a:lstStyle/>
            <a:p>
              <a:pPr algn="r"/>
              <a:r>
                <a:rPr lang="en-US" sz="2800" b="1" dirty="0">
                  <a:solidFill>
                    <a:schemeClr val="accent1"/>
                  </a:solidFill>
                </a:rPr>
                <a:t>01</a:t>
              </a:r>
              <a:endParaRPr lang="en-US" sz="2800" dirty="0">
                <a:solidFill>
                  <a:schemeClr val="accent1"/>
                </a:solidFill>
              </a:endParaRPr>
            </a:p>
          </p:txBody>
        </p:sp>
      </p:grpSp>
      <p:grpSp>
        <p:nvGrpSpPr>
          <p:cNvPr id="10" name="Groep 9">
            <a:extLst>
              <a:ext uri="{FF2B5EF4-FFF2-40B4-BE49-F238E27FC236}">
                <a16:creationId xmlns:a16="http://schemas.microsoft.com/office/drawing/2014/main" id="{1E9D3A7F-48E1-98C1-7F6C-4D5287AC8922}"/>
              </a:ext>
            </a:extLst>
          </p:cNvPr>
          <p:cNvGrpSpPr/>
          <p:nvPr/>
        </p:nvGrpSpPr>
        <p:grpSpPr>
          <a:xfrm>
            <a:off x="5751761" y="1510329"/>
            <a:ext cx="2468880" cy="2122843"/>
            <a:chOff x="5853953" y="1717637"/>
            <a:chExt cx="2239922" cy="2194560"/>
          </a:xfrm>
        </p:grpSpPr>
        <p:sp>
          <p:nvSpPr>
            <p:cNvPr id="11" name="Shape 4">
              <a:extLst>
                <a:ext uri="{FF2B5EF4-FFF2-40B4-BE49-F238E27FC236}">
                  <a16:creationId xmlns:a16="http://schemas.microsoft.com/office/drawing/2014/main" id="{96FD4223-6906-3799-E2CA-4ED31FD7CE71}"/>
                </a:ext>
              </a:extLst>
            </p:cNvPr>
            <p:cNvSpPr/>
            <p:nvPr/>
          </p:nvSpPr>
          <p:spPr>
            <a:xfrm>
              <a:off x="5853953" y="1717637"/>
              <a:ext cx="2239922" cy="2194560"/>
            </a:xfrm>
            <a:prstGeom prst="rect">
              <a:avLst/>
            </a:prstGeom>
            <a:solidFill>
              <a:schemeClr val="tx2"/>
            </a:solidFill>
            <a:ln/>
            <a:effectLst>
              <a:outerShdw blurRad="127000" dist="38100" dir="8100000" algn="bl" rotWithShape="0">
                <a:srgbClr val="000000">
                  <a:alpha val="12000"/>
                </a:srgbClr>
              </a:outerShdw>
            </a:effectLst>
          </p:spPr>
          <p:txBody>
            <a:bodyPr/>
            <a:lstStyle/>
            <a:p>
              <a:endParaRPr lang="en-NL"/>
            </a:p>
          </p:txBody>
        </p:sp>
        <p:sp>
          <p:nvSpPr>
            <p:cNvPr id="12" name="Shape 5">
              <a:extLst>
                <a:ext uri="{FF2B5EF4-FFF2-40B4-BE49-F238E27FC236}">
                  <a16:creationId xmlns:a16="http://schemas.microsoft.com/office/drawing/2014/main" id="{0759978F-BD29-772C-F8B8-70A335BB64BC}"/>
                </a:ext>
              </a:extLst>
            </p:cNvPr>
            <p:cNvSpPr/>
            <p:nvPr/>
          </p:nvSpPr>
          <p:spPr>
            <a:xfrm>
              <a:off x="5853953" y="1717637"/>
              <a:ext cx="2239922" cy="36576"/>
            </a:xfrm>
            <a:prstGeom prst="rect">
              <a:avLst/>
            </a:prstGeom>
            <a:solidFill>
              <a:schemeClr val="accent1"/>
            </a:solidFill>
            <a:ln/>
          </p:spPr>
          <p:txBody>
            <a:bodyPr/>
            <a:lstStyle/>
            <a:p>
              <a:endParaRPr lang="en-NL"/>
            </a:p>
          </p:txBody>
        </p:sp>
        <p:sp>
          <p:nvSpPr>
            <p:cNvPr id="13" name="Text 6">
              <a:extLst>
                <a:ext uri="{FF2B5EF4-FFF2-40B4-BE49-F238E27FC236}">
                  <a16:creationId xmlns:a16="http://schemas.microsoft.com/office/drawing/2014/main" id="{3168F2DB-A2F4-28CC-086D-28CBE146AEBD}"/>
                </a:ext>
              </a:extLst>
            </p:cNvPr>
            <p:cNvSpPr/>
            <p:nvPr/>
          </p:nvSpPr>
          <p:spPr>
            <a:xfrm>
              <a:off x="5935438" y="1818221"/>
              <a:ext cx="2012133" cy="320040"/>
            </a:xfrm>
            <a:prstGeom prst="rect">
              <a:avLst/>
            </a:prstGeom>
            <a:noFill/>
            <a:ln/>
          </p:spPr>
          <p:txBody>
            <a:bodyPr wrap="square" rtlCol="0" anchor="ctr"/>
            <a:lstStyle/>
            <a:p>
              <a:r>
                <a:rPr lang="en-US" sz="1400" b="1" dirty="0">
                  <a:solidFill>
                    <a:schemeClr val="bg2"/>
                  </a:solidFill>
                  <a:ea typeface="Trebuchet MS" pitchFamily="34" charset="-122"/>
                  <a:cs typeface="Trebuchet MS" pitchFamily="34" charset="-120"/>
                </a:rPr>
                <a:t>Outcome</a:t>
              </a:r>
              <a:endParaRPr lang="en-US" sz="1400" dirty="0">
                <a:solidFill>
                  <a:schemeClr val="bg2"/>
                </a:solidFill>
              </a:endParaRPr>
            </a:p>
          </p:txBody>
        </p:sp>
        <p:sp>
          <p:nvSpPr>
            <p:cNvPr id="14" name="Text 7">
              <a:extLst>
                <a:ext uri="{FF2B5EF4-FFF2-40B4-BE49-F238E27FC236}">
                  <a16:creationId xmlns:a16="http://schemas.microsoft.com/office/drawing/2014/main" id="{E52F59A3-2205-CCE8-2480-CCFF1C998D78}"/>
                </a:ext>
              </a:extLst>
            </p:cNvPr>
            <p:cNvSpPr/>
            <p:nvPr/>
          </p:nvSpPr>
          <p:spPr>
            <a:xfrm>
              <a:off x="5935438" y="2174837"/>
              <a:ext cx="2012133" cy="1547457"/>
            </a:xfrm>
            <a:prstGeom prst="rect">
              <a:avLst/>
            </a:prstGeom>
            <a:noFill/>
            <a:ln/>
          </p:spPr>
          <p:txBody>
            <a:bodyPr wrap="square" rtlCol="0" anchor="t"/>
            <a:lstStyle/>
            <a:p>
              <a:pPr>
                <a:lnSpc>
                  <a:spcPct val="140000"/>
                </a:lnSpc>
              </a:pPr>
              <a:r>
                <a:rPr lang="en-US" sz="1100" dirty="0">
                  <a:solidFill>
                    <a:schemeClr val="accent3"/>
                  </a:solidFill>
                </a:rPr>
                <a:t>Achieved measurable gains </a:t>
              </a:r>
            </a:p>
            <a:p>
              <a:pPr>
                <a:lnSpc>
                  <a:spcPct val="140000"/>
                </a:lnSpc>
              </a:pPr>
              <a:r>
                <a:rPr lang="en-US" sz="1100" dirty="0">
                  <a:solidFill>
                    <a:schemeClr val="accent3"/>
                  </a:solidFill>
                </a:rPr>
                <a:t>identified real bottleneck</a:t>
              </a:r>
            </a:p>
          </p:txBody>
        </p:sp>
        <p:sp>
          <p:nvSpPr>
            <p:cNvPr id="15" name="Text 8">
              <a:extLst>
                <a:ext uri="{FF2B5EF4-FFF2-40B4-BE49-F238E27FC236}">
                  <a16:creationId xmlns:a16="http://schemas.microsoft.com/office/drawing/2014/main" id="{F59081B5-1BDB-3C7A-B89B-825C4A97597C}"/>
                </a:ext>
              </a:extLst>
            </p:cNvPr>
            <p:cNvSpPr/>
            <p:nvPr/>
          </p:nvSpPr>
          <p:spPr>
            <a:xfrm>
              <a:off x="7265894" y="3454997"/>
              <a:ext cx="800549" cy="384048"/>
            </a:xfrm>
            <a:prstGeom prst="rect">
              <a:avLst/>
            </a:prstGeom>
            <a:noFill/>
            <a:ln/>
          </p:spPr>
          <p:txBody>
            <a:bodyPr wrap="square" rtlCol="0" anchor="ctr"/>
            <a:lstStyle/>
            <a:p>
              <a:pPr algn="r"/>
              <a:r>
                <a:rPr lang="en-US" sz="2800" b="1" dirty="0">
                  <a:solidFill>
                    <a:schemeClr val="accent1"/>
                  </a:solidFill>
                </a:rPr>
                <a:t>03</a:t>
              </a:r>
              <a:endParaRPr lang="en-US" sz="2800" dirty="0">
                <a:solidFill>
                  <a:schemeClr val="accent1"/>
                </a:solidFill>
              </a:endParaRPr>
            </a:p>
          </p:txBody>
        </p:sp>
      </p:grpSp>
      <p:grpSp>
        <p:nvGrpSpPr>
          <p:cNvPr id="16" name="Groep 15">
            <a:extLst>
              <a:ext uri="{FF2B5EF4-FFF2-40B4-BE49-F238E27FC236}">
                <a16:creationId xmlns:a16="http://schemas.microsoft.com/office/drawing/2014/main" id="{71AF748B-5EA1-09E0-F509-6B4E1E07C94C}"/>
              </a:ext>
            </a:extLst>
          </p:cNvPr>
          <p:cNvGrpSpPr/>
          <p:nvPr/>
        </p:nvGrpSpPr>
        <p:grpSpPr>
          <a:xfrm>
            <a:off x="3228997" y="1510329"/>
            <a:ext cx="2468880" cy="2122843"/>
            <a:chOff x="5853953" y="1717637"/>
            <a:chExt cx="2239922" cy="2194560"/>
          </a:xfrm>
        </p:grpSpPr>
        <p:sp>
          <p:nvSpPr>
            <p:cNvPr id="17" name="Shape 4">
              <a:extLst>
                <a:ext uri="{FF2B5EF4-FFF2-40B4-BE49-F238E27FC236}">
                  <a16:creationId xmlns:a16="http://schemas.microsoft.com/office/drawing/2014/main" id="{B64260CD-6AF5-31FC-3EA4-3AE97860196A}"/>
                </a:ext>
              </a:extLst>
            </p:cNvPr>
            <p:cNvSpPr/>
            <p:nvPr/>
          </p:nvSpPr>
          <p:spPr>
            <a:xfrm>
              <a:off x="5853953" y="1717637"/>
              <a:ext cx="2239922" cy="2194560"/>
            </a:xfrm>
            <a:prstGeom prst="rect">
              <a:avLst/>
            </a:prstGeom>
            <a:solidFill>
              <a:schemeClr val="tx2"/>
            </a:solidFill>
            <a:ln/>
            <a:effectLst>
              <a:outerShdw blurRad="127000" dist="38100" dir="8100000" algn="bl" rotWithShape="0">
                <a:srgbClr val="000000">
                  <a:alpha val="12000"/>
                </a:srgbClr>
              </a:outerShdw>
            </a:effectLst>
          </p:spPr>
          <p:txBody>
            <a:bodyPr/>
            <a:lstStyle/>
            <a:p>
              <a:endParaRPr lang="en-NL"/>
            </a:p>
          </p:txBody>
        </p:sp>
        <p:sp>
          <p:nvSpPr>
            <p:cNvPr id="18" name="Shape 5">
              <a:extLst>
                <a:ext uri="{FF2B5EF4-FFF2-40B4-BE49-F238E27FC236}">
                  <a16:creationId xmlns:a16="http://schemas.microsoft.com/office/drawing/2014/main" id="{D019E820-B586-B2E0-FB20-FE0A98D30997}"/>
                </a:ext>
              </a:extLst>
            </p:cNvPr>
            <p:cNvSpPr/>
            <p:nvPr/>
          </p:nvSpPr>
          <p:spPr>
            <a:xfrm>
              <a:off x="5853953" y="1717637"/>
              <a:ext cx="2239922" cy="36576"/>
            </a:xfrm>
            <a:prstGeom prst="rect">
              <a:avLst/>
            </a:prstGeom>
            <a:solidFill>
              <a:schemeClr val="accent1"/>
            </a:solidFill>
            <a:ln/>
          </p:spPr>
          <p:txBody>
            <a:bodyPr/>
            <a:lstStyle/>
            <a:p>
              <a:endParaRPr lang="en-NL"/>
            </a:p>
          </p:txBody>
        </p:sp>
        <p:sp>
          <p:nvSpPr>
            <p:cNvPr id="19" name="Text 6">
              <a:extLst>
                <a:ext uri="{FF2B5EF4-FFF2-40B4-BE49-F238E27FC236}">
                  <a16:creationId xmlns:a16="http://schemas.microsoft.com/office/drawing/2014/main" id="{568857D3-8693-878D-428A-E378D79348A0}"/>
                </a:ext>
              </a:extLst>
            </p:cNvPr>
            <p:cNvSpPr/>
            <p:nvPr/>
          </p:nvSpPr>
          <p:spPr>
            <a:xfrm>
              <a:off x="5935438" y="1818221"/>
              <a:ext cx="2012133" cy="320040"/>
            </a:xfrm>
            <a:prstGeom prst="rect">
              <a:avLst/>
            </a:prstGeom>
            <a:noFill/>
            <a:ln/>
          </p:spPr>
          <p:txBody>
            <a:bodyPr wrap="square" rtlCol="0" anchor="ctr"/>
            <a:lstStyle/>
            <a:p>
              <a:r>
                <a:rPr lang="en-US" sz="1400" b="1" dirty="0">
                  <a:solidFill>
                    <a:schemeClr val="bg2"/>
                  </a:solidFill>
                  <a:ea typeface="Trebuchet MS" pitchFamily="34" charset="-122"/>
                  <a:cs typeface="Trebuchet MS" pitchFamily="34" charset="-120"/>
                </a:rPr>
                <a:t>Decision</a:t>
              </a:r>
              <a:endParaRPr lang="en-US" sz="1400" dirty="0">
                <a:solidFill>
                  <a:schemeClr val="bg2"/>
                </a:solidFill>
              </a:endParaRPr>
            </a:p>
          </p:txBody>
        </p:sp>
        <p:sp>
          <p:nvSpPr>
            <p:cNvPr id="20" name="Text 7">
              <a:extLst>
                <a:ext uri="{FF2B5EF4-FFF2-40B4-BE49-F238E27FC236}">
                  <a16:creationId xmlns:a16="http://schemas.microsoft.com/office/drawing/2014/main" id="{DA0F05AD-6B8D-7C91-405C-B9B57BCF82E7}"/>
                </a:ext>
              </a:extLst>
            </p:cNvPr>
            <p:cNvSpPr/>
            <p:nvPr/>
          </p:nvSpPr>
          <p:spPr>
            <a:xfrm>
              <a:off x="5935438" y="2174837"/>
              <a:ext cx="2012133" cy="822960"/>
            </a:xfrm>
            <a:prstGeom prst="rect">
              <a:avLst/>
            </a:prstGeom>
            <a:noFill/>
            <a:ln/>
          </p:spPr>
          <p:txBody>
            <a:bodyPr wrap="square" rtlCol="0" anchor="t"/>
            <a:lstStyle/>
            <a:p>
              <a:pPr>
                <a:lnSpc>
                  <a:spcPct val="140000"/>
                </a:lnSpc>
              </a:pPr>
              <a:r>
                <a:rPr lang="en-US" sz="1100" dirty="0">
                  <a:solidFill>
                    <a:schemeClr val="accent3"/>
                  </a:solidFill>
                </a:rPr>
                <a:t>Reimplemented Java ACTUS execution layer in C# kernels</a:t>
              </a:r>
            </a:p>
          </p:txBody>
        </p:sp>
        <p:sp>
          <p:nvSpPr>
            <p:cNvPr id="21" name="Text 8">
              <a:extLst>
                <a:ext uri="{FF2B5EF4-FFF2-40B4-BE49-F238E27FC236}">
                  <a16:creationId xmlns:a16="http://schemas.microsoft.com/office/drawing/2014/main" id="{8B0632BF-D510-734E-95C4-07EFB71AE2B7}"/>
                </a:ext>
              </a:extLst>
            </p:cNvPr>
            <p:cNvSpPr/>
            <p:nvPr/>
          </p:nvSpPr>
          <p:spPr>
            <a:xfrm>
              <a:off x="7265894" y="3454997"/>
              <a:ext cx="800549" cy="384048"/>
            </a:xfrm>
            <a:prstGeom prst="rect">
              <a:avLst/>
            </a:prstGeom>
            <a:noFill/>
            <a:ln/>
          </p:spPr>
          <p:txBody>
            <a:bodyPr wrap="square" rtlCol="0" anchor="ctr"/>
            <a:lstStyle/>
            <a:p>
              <a:pPr algn="r"/>
              <a:r>
                <a:rPr lang="en-US" sz="2800" b="1" dirty="0">
                  <a:solidFill>
                    <a:schemeClr val="accent1"/>
                  </a:solidFill>
                </a:rPr>
                <a:t>02</a:t>
              </a:r>
              <a:endParaRPr lang="en-US" sz="2800" dirty="0">
                <a:solidFill>
                  <a:schemeClr val="accent1"/>
                </a:solidFill>
              </a:endParaRPr>
            </a:p>
          </p:txBody>
        </p:sp>
      </p:grpSp>
      <p:grpSp>
        <p:nvGrpSpPr>
          <p:cNvPr id="22" name="Groep 21">
            <a:extLst>
              <a:ext uri="{FF2B5EF4-FFF2-40B4-BE49-F238E27FC236}">
                <a16:creationId xmlns:a16="http://schemas.microsoft.com/office/drawing/2014/main" id="{A2D7E9C0-BD49-0E0A-FB76-3797012AF59C}"/>
              </a:ext>
            </a:extLst>
          </p:cNvPr>
          <p:cNvGrpSpPr/>
          <p:nvPr/>
        </p:nvGrpSpPr>
        <p:grpSpPr>
          <a:xfrm>
            <a:off x="747708" y="4247555"/>
            <a:ext cx="7442698" cy="347472"/>
            <a:chOff x="5303520" y="3447288"/>
            <a:chExt cx="3529584" cy="347472"/>
          </a:xfrm>
        </p:grpSpPr>
        <p:sp>
          <p:nvSpPr>
            <p:cNvPr id="23" name="Shape 19">
              <a:extLst>
                <a:ext uri="{FF2B5EF4-FFF2-40B4-BE49-F238E27FC236}">
                  <a16:creationId xmlns:a16="http://schemas.microsoft.com/office/drawing/2014/main" id="{FEF22AFC-11D0-4004-879F-688B71D599BB}"/>
                </a:ext>
              </a:extLst>
            </p:cNvPr>
            <p:cNvSpPr/>
            <p:nvPr/>
          </p:nvSpPr>
          <p:spPr>
            <a:xfrm>
              <a:off x="5303520" y="3474720"/>
              <a:ext cx="54864" cy="292608"/>
            </a:xfrm>
            <a:prstGeom prst="rect">
              <a:avLst/>
            </a:prstGeom>
            <a:solidFill>
              <a:schemeClr val="accent1"/>
            </a:solidFill>
            <a:ln/>
          </p:spPr>
          <p:txBody>
            <a:bodyPr/>
            <a:lstStyle/>
            <a:p>
              <a:endParaRPr lang="en-NL">
                <a:solidFill>
                  <a:schemeClr val="accent1"/>
                </a:solidFill>
              </a:endParaRPr>
            </a:p>
          </p:txBody>
        </p:sp>
        <p:sp>
          <p:nvSpPr>
            <p:cNvPr id="24" name="Text 20">
              <a:extLst>
                <a:ext uri="{FF2B5EF4-FFF2-40B4-BE49-F238E27FC236}">
                  <a16:creationId xmlns:a16="http://schemas.microsoft.com/office/drawing/2014/main" id="{DDF3BF4A-1C63-95C7-A5A1-206668F70629}"/>
                </a:ext>
              </a:extLst>
            </p:cNvPr>
            <p:cNvSpPr/>
            <p:nvPr/>
          </p:nvSpPr>
          <p:spPr>
            <a:xfrm>
              <a:off x="5449824" y="3447288"/>
              <a:ext cx="3383280" cy="347472"/>
            </a:xfrm>
            <a:prstGeom prst="rect">
              <a:avLst/>
            </a:prstGeom>
            <a:noFill/>
            <a:ln/>
          </p:spPr>
          <p:txBody>
            <a:bodyPr wrap="square" rtlCol="0" anchor="ctr"/>
            <a:lstStyle/>
            <a:p>
              <a:r>
                <a:rPr lang="en-US" sz="1500" dirty="0">
                  <a:solidFill>
                    <a:schemeClr val="accent3"/>
                  </a:solidFill>
                </a:rPr>
                <a:t>Strategic Result </a:t>
              </a:r>
              <a:r>
                <a:rPr lang="en-US" sz="1500" b="1" dirty="0">
                  <a:solidFill>
                    <a:schemeClr val="accent3"/>
                  </a:solidFill>
                </a:rPr>
                <a:t>:  Proven pathway to high-volume portfolio valuation</a:t>
              </a:r>
            </a:p>
          </p:txBody>
        </p:sp>
      </p:grpSp>
    </p:spTree>
    <p:extLst>
      <p:ext uri="{BB962C8B-B14F-4D97-AF65-F5344CB8AC3E}">
        <p14:creationId xmlns:p14="http://schemas.microsoft.com/office/powerpoint/2010/main" val="7318591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93232B1-229E-AA60-9AC1-29D995E2B0FD}"/>
              </a:ext>
            </a:extLst>
          </p:cNvPr>
          <p:cNvSpPr>
            <a:spLocks noGrp="1"/>
          </p:cNvSpPr>
          <p:nvPr>
            <p:ph type="title"/>
          </p:nvPr>
        </p:nvSpPr>
        <p:spPr/>
        <p:txBody>
          <a:bodyPr/>
          <a:lstStyle/>
          <a:p>
            <a:r>
              <a:rPr lang="en-US" dirty="0"/>
              <a:t>GPU -CPU</a:t>
            </a:r>
            <a:endParaRPr lang="en-NL" dirty="0"/>
          </a:p>
        </p:txBody>
      </p:sp>
      <p:grpSp>
        <p:nvGrpSpPr>
          <p:cNvPr id="5" name="Groep 4">
            <a:extLst>
              <a:ext uri="{FF2B5EF4-FFF2-40B4-BE49-F238E27FC236}">
                <a16:creationId xmlns:a16="http://schemas.microsoft.com/office/drawing/2014/main" id="{2BAA1B8A-C23E-0EBC-A5C3-12ACA75B3D6D}"/>
              </a:ext>
            </a:extLst>
          </p:cNvPr>
          <p:cNvGrpSpPr/>
          <p:nvPr/>
        </p:nvGrpSpPr>
        <p:grpSpPr>
          <a:xfrm>
            <a:off x="607969" y="1576016"/>
            <a:ext cx="2468880" cy="2122843"/>
            <a:chOff x="5853953" y="1717637"/>
            <a:chExt cx="2239922" cy="2194560"/>
          </a:xfrm>
        </p:grpSpPr>
        <p:sp>
          <p:nvSpPr>
            <p:cNvPr id="6" name="Shape 4">
              <a:extLst>
                <a:ext uri="{FF2B5EF4-FFF2-40B4-BE49-F238E27FC236}">
                  <a16:creationId xmlns:a16="http://schemas.microsoft.com/office/drawing/2014/main" id="{941FF097-B287-4C2D-AB53-76F72F84C125}"/>
                </a:ext>
              </a:extLst>
            </p:cNvPr>
            <p:cNvSpPr/>
            <p:nvPr/>
          </p:nvSpPr>
          <p:spPr>
            <a:xfrm>
              <a:off x="5853953" y="1717637"/>
              <a:ext cx="2239922" cy="2194560"/>
            </a:xfrm>
            <a:prstGeom prst="rect">
              <a:avLst/>
            </a:prstGeom>
            <a:solidFill>
              <a:schemeClr val="tx2"/>
            </a:solidFill>
            <a:ln/>
            <a:effectLst>
              <a:outerShdw blurRad="127000" dist="38100" dir="8100000" algn="bl" rotWithShape="0">
                <a:srgbClr val="000000">
                  <a:alpha val="12000"/>
                </a:srgbClr>
              </a:outerShdw>
            </a:effectLst>
          </p:spPr>
          <p:txBody>
            <a:bodyPr/>
            <a:lstStyle/>
            <a:p>
              <a:endParaRPr lang="en-NL"/>
            </a:p>
          </p:txBody>
        </p:sp>
        <p:sp>
          <p:nvSpPr>
            <p:cNvPr id="7" name="Shape 5">
              <a:extLst>
                <a:ext uri="{FF2B5EF4-FFF2-40B4-BE49-F238E27FC236}">
                  <a16:creationId xmlns:a16="http://schemas.microsoft.com/office/drawing/2014/main" id="{3D43320D-B0F1-050D-6971-6A33AE90E185}"/>
                </a:ext>
              </a:extLst>
            </p:cNvPr>
            <p:cNvSpPr/>
            <p:nvPr/>
          </p:nvSpPr>
          <p:spPr>
            <a:xfrm>
              <a:off x="5853953" y="1717637"/>
              <a:ext cx="2239922" cy="36576"/>
            </a:xfrm>
            <a:prstGeom prst="rect">
              <a:avLst/>
            </a:prstGeom>
            <a:solidFill>
              <a:schemeClr val="accent1"/>
            </a:solidFill>
            <a:ln/>
          </p:spPr>
          <p:txBody>
            <a:bodyPr/>
            <a:lstStyle/>
            <a:p>
              <a:endParaRPr lang="en-NL"/>
            </a:p>
          </p:txBody>
        </p:sp>
        <p:sp>
          <p:nvSpPr>
            <p:cNvPr id="8" name="Text 6">
              <a:extLst>
                <a:ext uri="{FF2B5EF4-FFF2-40B4-BE49-F238E27FC236}">
                  <a16:creationId xmlns:a16="http://schemas.microsoft.com/office/drawing/2014/main" id="{0E93265E-5996-745F-C8C3-561B36458330}"/>
                </a:ext>
              </a:extLst>
            </p:cNvPr>
            <p:cNvSpPr/>
            <p:nvPr/>
          </p:nvSpPr>
          <p:spPr>
            <a:xfrm>
              <a:off x="5935438" y="1818221"/>
              <a:ext cx="2012133" cy="320040"/>
            </a:xfrm>
            <a:prstGeom prst="rect">
              <a:avLst/>
            </a:prstGeom>
            <a:noFill/>
            <a:ln/>
          </p:spPr>
          <p:txBody>
            <a:bodyPr wrap="square" rtlCol="0" anchor="ctr"/>
            <a:lstStyle/>
            <a:p>
              <a:r>
                <a:rPr lang="en-US" sz="1400" b="1" dirty="0">
                  <a:solidFill>
                    <a:schemeClr val="bg2"/>
                  </a:solidFill>
                  <a:ea typeface="Trebuchet MS" pitchFamily="34" charset="-122"/>
                  <a:cs typeface="Trebuchet MS" pitchFamily="34" charset="-120"/>
                </a:rPr>
                <a:t>Key Point 1</a:t>
              </a:r>
              <a:endParaRPr lang="en-US" sz="1400" dirty="0">
                <a:solidFill>
                  <a:schemeClr val="bg2"/>
                </a:solidFill>
              </a:endParaRPr>
            </a:p>
          </p:txBody>
        </p:sp>
        <p:sp>
          <p:nvSpPr>
            <p:cNvPr id="9" name="Text 7">
              <a:extLst>
                <a:ext uri="{FF2B5EF4-FFF2-40B4-BE49-F238E27FC236}">
                  <a16:creationId xmlns:a16="http://schemas.microsoft.com/office/drawing/2014/main" id="{F12377BF-AEA6-CCB6-2C4E-6DF27068F760}"/>
                </a:ext>
              </a:extLst>
            </p:cNvPr>
            <p:cNvSpPr/>
            <p:nvPr/>
          </p:nvSpPr>
          <p:spPr>
            <a:xfrm>
              <a:off x="5935438" y="2174837"/>
              <a:ext cx="2012133" cy="822960"/>
            </a:xfrm>
            <a:prstGeom prst="rect">
              <a:avLst/>
            </a:prstGeom>
            <a:noFill/>
            <a:ln/>
          </p:spPr>
          <p:txBody>
            <a:bodyPr wrap="square" rtlCol="0" anchor="ctr"/>
            <a:lstStyle/>
            <a:p>
              <a:pPr>
                <a:lnSpc>
                  <a:spcPct val="140000"/>
                </a:lnSpc>
              </a:pPr>
              <a:r>
                <a:rPr lang="en-US" sz="1100" dirty="0">
                  <a:solidFill>
                    <a:schemeClr val="accent3"/>
                  </a:solidFill>
                </a:rPr>
                <a:t>Descriptive text supporting the main message with concise framing.</a:t>
              </a:r>
            </a:p>
          </p:txBody>
        </p:sp>
        <p:sp>
          <p:nvSpPr>
            <p:cNvPr id="10" name="Text 8">
              <a:extLst>
                <a:ext uri="{FF2B5EF4-FFF2-40B4-BE49-F238E27FC236}">
                  <a16:creationId xmlns:a16="http://schemas.microsoft.com/office/drawing/2014/main" id="{9F17BA78-7D06-E391-DCAD-EEACE186DE2E}"/>
                </a:ext>
              </a:extLst>
            </p:cNvPr>
            <p:cNvSpPr/>
            <p:nvPr/>
          </p:nvSpPr>
          <p:spPr>
            <a:xfrm>
              <a:off x="7265894" y="3454997"/>
              <a:ext cx="800549" cy="384048"/>
            </a:xfrm>
            <a:prstGeom prst="rect">
              <a:avLst/>
            </a:prstGeom>
            <a:noFill/>
            <a:ln/>
          </p:spPr>
          <p:txBody>
            <a:bodyPr wrap="square" rtlCol="0" anchor="ctr"/>
            <a:lstStyle/>
            <a:p>
              <a:pPr algn="r"/>
              <a:r>
                <a:rPr lang="en-US" sz="2800" b="1" dirty="0">
                  <a:solidFill>
                    <a:schemeClr val="accent1"/>
                  </a:solidFill>
                </a:rPr>
                <a:t>01</a:t>
              </a:r>
              <a:endParaRPr lang="en-US" sz="2800" dirty="0">
                <a:solidFill>
                  <a:schemeClr val="accent1"/>
                </a:solidFill>
              </a:endParaRPr>
            </a:p>
          </p:txBody>
        </p:sp>
      </p:grpSp>
      <p:grpSp>
        <p:nvGrpSpPr>
          <p:cNvPr id="11" name="Groep 10">
            <a:extLst>
              <a:ext uri="{FF2B5EF4-FFF2-40B4-BE49-F238E27FC236}">
                <a16:creationId xmlns:a16="http://schemas.microsoft.com/office/drawing/2014/main" id="{5628EBF0-5C43-A44B-1343-5C92DBD9C85A}"/>
              </a:ext>
            </a:extLst>
          </p:cNvPr>
          <p:cNvGrpSpPr/>
          <p:nvPr/>
        </p:nvGrpSpPr>
        <p:grpSpPr>
          <a:xfrm>
            <a:off x="3398674" y="1576016"/>
            <a:ext cx="2468880" cy="2122843"/>
            <a:chOff x="5853953" y="1717637"/>
            <a:chExt cx="2239922" cy="2194560"/>
          </a:xfrm>
        </p:grpSpPr>
        <p:sp>
          <p:nvSpPr>
            <p:cNvPr id="12" name="Shape 4">
              <a:extLst>
                <a:ext uri="{FF2B5EF4-FFF2-40B4-BE49-F238E27FC236}">
                  <a16:creationId xmlns:a16="http://schemas.microsoft.com/office/drawing/2014/main" id="{B1011903-6C30-A548-0617-A03435F99EE9}"/>
                </a:ext>
              </a:extLst>
            </p:cNvPr>
            <p:cNvSpPr/>
            <p:nvPr/>
          </p:nvSpPr>
          <p:spPr>
            <a:xfrm>
              <a:off x="5853953" y="1717637"/>
              <a:ext cx="2239922" cy="2194560"/>
            </a:xfrm>
            <a:prstGeom prst="rect">
              <a:avLst/>
            </a:prstGeom>
            <a:solidFill>
              <a:schemeClr val="tx2"/>
            </a:solidFill>
            <a:ln/>
            <a:effectLst>
              <a:outerShdw blurRad="127000" dist="38100" dir="8100000" algn="bl" rotWithShape="0">
                <a:srgbClr val="000000">
                  <a:alpha val="12000"/>
                </a:srgbClr>
              </a:outerShdw>
            </a:effectLst>
          </p:spPr>
          <p:txBody>
            <a:bodyPr/>
            <a:lstStyle/>
            <a:p>
              <a:endParaRPr lang="en-NL"/>
            </a:p>
          </p:txBody>
        </p:sp>
        <p:sp>
          <p:nvSpPr>
            <p:cNvPr id="13" name="Shape 5">
              <a:extLst>
                <a:ext uri="{FF2B5EF4-FFF2-40B4-BE49-F238E27FC236}">
                  <a16:creationId xmlns:a16="http://schemas.microsoft.com/office/drawing/2014/main" id="{C42FBA51-F060-A7D6-0A4D-FCEF2DC55CC8}"/>
                </a:ext>
              </a:extLst>
            </p:cNvPr>
            <p:cNvSpPr/>
            <p:nvPr/>
          </p:nvSpPr>
          <p:spPr>
            <a:xfrm>
              <a:off x="5853953" y="1717637"/>
              <a:ext cx="2239922" cy="36576"/>
            </a:xfrm>
            <a:prstGeom prst="rect">
              <a:avLst/>
            </a:prstGeom>
            <a:solidFill>
              <a:schemeClr val="accent1"/>
            </a:solidFill>
            <a:ln/>
          </p:spPr>
          <p:txBody>
            <a:bodyPr/>
            <a:lstStyle/>
            <a:p>
              <a:endParaRPr lang="en-NL"/>
            </a:p>
          </p:txBody>
        </p:sp>
        <p:sp>
          <p:nvSpPr>
            <p:cNvPr id="14" name="Text 6">
              <a:extLst>
                <a:ext uri="{FF2B5EF4-FFF2-40B4-BE49-F238E27FC236}">
                  <a16:creationId xmlns:a16="http://schemas.microsoft.com/office/drawing/2014/main" id="{80F95C35-826E-7A6C-C507-8194754F9AFC}"/>
                </a:ext>
              </a:extLst>
            </p:cNvPr>
            <p:cNvSpPr/>
            <p:nvPr/>
          </p:nvSpPr>
          <p:spPr>
            <a:xfrm>
              <a:off x="5935438" y="1818221"/>
              <a:ext cx="2012133" cy="320040"/>
            </a:xfrm>
            <a:prstGeom prst="rect">
              <a:avLst/>
            </a:prstGeom>
            <a:noFill/>
            <a:ln/>
          </p:spPr>
          <p:txBody>
            <a:bodyPr wrap="square" rtlCol="0" anchor="ctr"/>
            <a:lstStyle/>
            <a:p>
              <a:r>
                <a:rPr lang="en-US" sz="1400" b="1" dirty="0">
                  <a:solidFill>
                    <a:schemeClr val="bg2"/>
                  </a:solidFill>
                  <a:ea typeface="Trebuchet MS" pitchFamily="34" charset="-122"/>
                  <a:cs typeface="Trebuchet MS" pitchFamily="34" charset="-120"/>
                </a:rPr>
                <a:t>Key Point 1</a:t>
              </a:r>
              <a:endParaRPr lang="en-US" sz="1400" dirty="0">
                <a:solidFill>
                  <a:schemeClr val="bg2"/>
                </a:solidFill>
              </a:endParaRPr>
            </a:p>
          </p:txBody>
        </p:sp>
        <p:sp>
          <p:nvSpPr>
            <p:cNvPr id="15" name="Text 7">
              <a:extLst>
                <a:ext uri="{FF2B5EF4-FFF2-40B4-BE49-F238E27FC236}">
                  <a16:creationId xmlns:a16="http://schemas.microsoft.com/office/drawing/2014/main" id="{7665E38D-CDC9-21EF-EAB3-0D47B0EBF1F6}"/>
                </a:ext>
              </a:extLst>
            </p:cNvPr>
            <p:cNvSpPr/>
            <p:nvPr/>
          </p:nvSpPr>
          <p:spPr>
            <a:xfrm>
              <a:off x="5935438" y="2174837"/>
              <a:ext cx="2012133" cy="822960"/>
            </a:xfrm>
            <a:prstGeom prst="rect">
              <a:avLst/>
            </a:prstGeom>
            <a:noFill/>
            <a:ln/>
          </p:spPr>
          <p:txBody>
            <a:bodyPr wrap="square" rtlCol="0" anchor="ctr"/>
            <a:lstStyle/>
            <a:p>
              <a:pPr>
                <a:lnSpc>
                  <a:spcPct val="140000"/>
                </a:lnSpc>
              </a:pPr>
              <a:r>
                <a:rPr lang="en-US" sz="1100" dirty="0">
                  <a:solidFill>
                    <a:schemeClr val="accent3"/>
                  </a:solidFill>
                </a:rPr>
                <a:t>Descriptive text supporting the main message with concise framing.</a:t>
              </a:r>
            </a:p>
          </p:txBody>
        </p:sp>
        <p:sp>
          <p:nvSpPr>
            <p:cNvPr id="16" name="Text 8">
              <a:extLst>
                <a:ext uri="{FF2B5EF4-FFF2-40B4-BE49-F238E27FC236}">
                  <a16:creationId xmlns:a16="http://schemas.microsoft.com/office/drawing/2014/main" id="{51FB078D-0AC9-ACAC-44BB-C4E4719318E5}"/>
                </a:ext>
              </a:extLst>
            </p:cNvPr>
            <p:cNvSpPr/>
            <p:nvPr/>
          </p:nvSpPr>
          <p:spPr>
            <a:xfrm>
              <a:off x="7265894" y="3454997"/>
              <a:ext cx="800549" cy="384048"/>
            </a:xfrm>
            <a:prstGeom prst="rect">
              <a:avLst/>
            </a:prstGeom>
            <a:noFill/>
            <a:ln/>
          </p:spPr>
          <p:txBody>
            <a:bodyPr wrap="square" rtlCol="0" anchor="ctr"/>
            <a:lstStyle/>
            <a:p>
              <a:pPr algn="r"/>
              <a:r>
                <a:rPr lang="en-US" sz="2800" b="1" dirty="0">
                  <a:solidFill>
                    <a:schemeClr val="accent1"/>
                  </a:solidFill>
                </a:rPr>
                <a:t>02</a:t>
              </a:r>
              <a:endParaRPr lang="en-US" sz="2800" dirty="0">
                <a:solidFill>
                  <a:schemeClr val="accent1"/>
                </a:solidFill>
              </a:endParaRPr>
            </a:p>
          </p:txBody>
        </p:sp>
      </p:grpSp>
      <p:grpSp>
        <p:nvGrpSpPr>
          <p:cNvPr id="17" name="Groep 16">
            <a:extLst>
              <a:ext uri="{FF2B5EF4-FFF2-40B4-BE49-F238E27FC236}">
                <a16:creationId xmlns:a16="http://schemas.microsoft.com/office/drawing/2014/main" id="{EE7B137D-72C5-7944-1199-5F001DA0A8F0}"/>
              </a:ext>
            </a:extLst>
          </p:cNvPr>
          <p:cNvGrpSpPr/>
          <p:nvPr/>
        </p:nvGrpSpPr>
        <p:grpSpPr>
          <a:xfrm>
            <a:off x="6159143" y="1576015"/>
            <a:ext cx="2468880" cy="2122843"/>
            <a:chOff x="5853953" y="1717637"/>
            <a:chExt cx="2239922" cy="2194560"/>
          </a:xfrm>
        </p:grpSpPr>
        <p:sp>
          <p:nvSpPr>
            <p:cNvPr id="18" name="Shape 4">
              <a:extLst>
                <a:ext uri="{FF2B5EF4-FFF2-40B4-BE49-F238E27FC236}">
                  <a16:creationId xmlns:a16="http://schemas.microsoft.com/office/drawing/2014/main" id="{38AAD2EE-69D6-CBFD-4E9E-7343A56C2649}"/>
                </a:ext>
              </a:extLst>
            </p:cNvPr>
            <p:cNvSpPr/>
            <p:nvPr/>
          </p:nvSpPr>
          <p:spPr>
            <a:xfrm>
              <a:off x="5853953" y="1717637"/>
              <a:ext cx="2239922" cy="2194560"/>
            </a:xfrm>
            <a:prstGeom prst="rect">
              <a:avLst/>
            </a:prstGeom>
            <a:solidFill>
              <a:schemeClr val="tx2"/>
            </a:solidFill>
            <a:ln/>
            <a:effectLst>
              <a:outerShdw blurRad="127000" dist="38100" dir="8100000" algn="bl" rotWithShape="0">
                <a:srgbClr val="000000">
                  <a:alpha val="12000"/>
                </a:srgbClr>
              </a:outerShdw>
            </a:effectLst>
          </p:spPr>
          <p:txBody>
            <a:bodyPr/>
            <a:lstStyle/>
            <a:p>
              <a:endParaRPr lang="en-NL"/>
            </a:p>
          </p:txBody>
        </p:sp>
        <p:sp>
          <p:nvSpPr>
            <p:cNvPr id="19" name="Shape 5">
              <a:extLst>
                <a:ext uri="{FF2B5EF4-FFF2-40B4-BE49-F238E27FC236}">
                  <a16:creationId xmlns:a16="http://schemas.microsoft.com/office/drawing/2014/main" id="{9DBD7AB9-6974-0BC8-63D3-ED5D49DADE59}"/>
                </a:ext>
              </a:extLst>
            </p:cNvPr>
            <p:cNvSpPr/>
            <p:nvPr/>
          </p:nvSpPr>
          <p:spPr>
            <a:xfrm>
              <a:off x="5853953" y="1717637"/>
              <a:ext cx="2239922" cy="36576"/>
            </a:xfrm>
            <a:prstGeom prst="rect">
              <a:avLst/>
            </a:prstGeom>
            <a:solidFill>
              <a:schemeClr val="accent1"/>
            </a:solidFill>
            <a:ln/>
          </p:spPr>
          <p:txBody>
            <a:bodyPr/>
            <a:lstStyle/>
            <a:p>
              <a:endParaRPr lang="en-NL"/>
            </a:p>
          </p:txBody>
        </p:sp>
        <p:sp>
          <p:nvSpPr>
            <p:cNvPr id="20" name="Text 6">
              <a:extLst>
                <a:ext uri="{FF2B5EF4-FFF2-40B4-BE49-F238E27FC236}">
                  <a16:creationId xmlns:a16="http://schemas.microsoft.com/office/drawing/2014/main" id="{AA017167-4CA9-4E30-3BFA-4C95DFBB9C81}"/>
                </a:ext>
              </a:extLst>
            </p:cNvPr>
            <p:cNvSpPr/>
            <p:nvPr/>
          </p:nvSpPr>
          <p:spPr>
            <a:xfrm>
              <a:off x="5935438" y="1818221"/>
              <a:ext cx="2012133" cy="320040"/>
            </a:xfrm>
            <a:prstGeom prst="rect">
              <a:avLst/>
            </a:prstGeom>
            <a:noFill/>
            <a:ln/>
          </p:spPr>
          <p:txBody>
            <a:bodyPr wrap="square" rtlCol="0" anchor="ctr"/>
            <a:lstStyle/>
            <a:p>
              <a:r>
                <a:rPr lang="en-US" sz="1400" b="1" dirty="0">
                  <a:solidFill>
                    <a:schemeClr val="bg2"/>
                  </a:solidFill>
                  <a:ea typeface="Trebuchet MS" pitchFamily="34" charset="-122"/>
                  <a:cs typeface="Trebuchet MS" pitchFamily="34" charset="-120"/>
                </a:rPr>
                <a:t>Key Point 1</a:t>
              </a:r>
              <a:endParaRPr lang="en-US" sz="1400" dirty="0">
                <a:solidFill>
                  <a:schemeClr val="bg2"/>
                </a:solidFill>
              </a:endParaRPr>
            </a:p>
          </p:txBody>
        </p:sp>
        <p:sp>
          <p:nvSpPr>
            <p:cNvPr id="21" name="Text 7">
              <a:extLst>
                <a:ext uri="{FF2B5EF4-FFF2-40B4-BE49-F238E27FC236}">
                  <a16:creationId xmlns:a16="http://schemas.microsoft.com/office/drawing/2014/main" id="{E12E2C3F-7257-3CF1-E3E5-30F864D03A19}"/>
                </a:ext>
              </a:extLst>
            </p:cNvPr>
            <p:cNvSpPr/>
            <p:nvPr/>
          </p:nvSpPr>
          <p:spPr>
            <a:xfrm>
              <a:off x="5935438" y="2174837"/>
              <a:ext cx="2012133" cy="822960"/>
            </a:xfrm>
            <a:prstGeom prst="rect">
              <a:avLst/>
            </a:prstGeom>
            <a:noFill/>
            <a:ln/>
          </p:spPr>
          <p:txBody>
            <a:bodyPr wrap="square" rtlCol="0" anchor="ctr"/>
            <a:lstStyle/>
            <a:p>
              <a:pPr>
                <a:lnSpc>
                  <a:spcPct val="140000"/>
                </a:lnSpc>
              </a:pPr>
              <a:r>
                <a:rPr lang="en-US" sz="1100" dirty="0">
                  <a:solidFill>
                    <a:schemeClr val="accent3"/>
                  </a:solidFill>
                </a:rPr>
                <a:t>Descriptive text supporting the main message with concise framing.</a:t>
              </a:r>
            </a:p>
          </p:txBody>
        </p:sp>
        <p:sp>
          <p:nvSpPr>
            <p:cNvPr id="22" name="Text 8">
              <a:extLst>
                <a:ext uri="{FF2B5EF4-FFF2-40B4-BE49-F238E27FC236}">
                  <a16:creationId xmlns:a16="http://schemas.microsoft.com/office/drawing/2014/main" id="{1952DFBE-D74D-32B6-B3BE-C558D33BECB7}"/>
                </a:ext>
              </a:extLst>
            </p:cNvPr>
            <p:cNvSpPr/>
            <p:nvPr/>
          </p:nvSpPr>
          <p:spPr>
            <a:xfrm>
              <a:off x="7265894" y="3454997"/>
              <a:ext cx="800549" cy="384048"/>
            </a:xfrm>
            <a:prstGeom prst="rect">
              <a:avLst/>
            </a:prstGeom>
            <a:noFill/>
            <a:ln/>
          </p:spPr>
          <p:txBody>
            <a:bodyPr wrap="square" rtlCol="0" anchor="ctr"/>
            <a:lstStyle/>
            <a:p>
              <a:pPr algn="r"/>
              <a:r>
                <a:rPr lang="en-US" sz="2800" b="1" dirty="0">
                  <a:solidFill>
                    <a:schemeClr val="accent1"/>
                  </a:solidFill>
                </a:rPr>
                <a:t>03</a:t>
              </a:r>
              <a:endParaRPr lang="en-US" sz="2800" dirty="0">
                <a:solidFill>
                  <a:schemeClr val="accent1"/>
                </a:solidFill>
              </a:endParaRPr>
            </a:p>
          </p:txBody>
        </p:sp>
      </p:grpSp>
    </p:spTree>
    <p:extLst>
      <p:ext uri="{BB962C8B-B14F-4D97-AF65-F5344CB8AC3E}">
        <p14:creationId xmlns:p14="http://schemas.microsoft.com/office/powerpoint/2010/main" val="2257245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CAFB3-6A73-0338-686C-5FF40A17B7A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1626272-9331-4754-03FD-D3ECE7B28BCC}"/>
              </a:ext>
            </a:extLst>
          </p:cNvPr>
          <p:cNvSpPr>
            <a:spLocks noGrp="1"/>
          </p:cNvSpPr>
          <p:nvPr>
            <p:ph type="title"/>
          </p:nvPr>
        </p:nvSpPr>
        <p:spPr/>
        <p:txBody>
          <a:bodyPr/>
          <a:lstStyle/>
          <a:p>
            <a:r>
              <a:rPr lang="en-US" dirty="0"/>
              <a:t>Why change the implementation?</a:t>
            </a:r>
          </a:p>
        </p:txBody>
      </p:sp>
      <p:sp>
        <p:nvSpPr>
          <p:cNvPr id="200" name="s200"/>
          <p:cNvSpPr/>
          <p:nvPr/>
        </p:nvSpPr>
        <p:spPr>
          <a:xfrm>
            <a:off x="217714" y="1012371"/>
            <a:ext cx="4181475" cy="3638550"/>
          </a:xfrm>
          <a:prstGeom prst="rect">
            <a:avLst/>
          </a:prstGeom>
          <a:solidFill>
            <a:schemeClr val="dk2"/>
          </a:solidFill>
          <a:ln>
            <a:noFill/>
          </a:ln>
          <a:effectLst>
            <a:outerShdw blurRad="50800" dist="12700" dir="5400000" algn="bl" rotWithShape="0">
              <a:srgbClr val="000000">
                <a:alpha val="6000"/>
              </a:srgbClr>
            </a:outerShdw>
          </a:effectLst>
        </p:spPr>
        <p:txBody>
          <a:bodyPr wrap="square" rtlCol="0" anchor="ctr"/>
          <a:lstStyle/>
          <a:p>
            <a:endParaRPr lang="en-US" sz="100"/>
          </a:p>
        </p:txBody>
      </p:sp>
      <p:sp>
        <p:nvSpPr>
          <p:cNvPr id="201" name="s201"/>
          <p:cNvSpPr/>
          <p:nvPr/>
        </p:nvSpPr>
        <p:spPr>
          <a:xfrm>
            <a:off x="217714" y="1012371"/>
            <a:ext cx="4181475" cy="47625"/>
          </a:xfrm>
          <a:prstGeom prst="rect">
            <a:avLst/>
          </a:prstGeom>
          <a:solidFill>
            <a:schemeClr val="accent1"/>
          </a:solidFill>
          <a:ln>
            <a:noFill/>
          </a:ln>
        </p:spPr>
        <p:txBody>
          <a:bodyPr wrap="square" rtlCol="0" anchor="ctr"/>
          <a:lstStyle/>
          <a:p>
            <a:endParaRPr lang="en-US" sz="100"/>
          </a:p>
        </p:txBody>
      </p:sp>
      <p:sp>
        <p:nvSpPr>
          <p:cNvPr id="202" name="s202"/>
          <p:cNvSpPr/>
          <p:nvPr/>
        </p:nvSpPr>
        <p:spPr>
          <a:xfrm>
            <a:off x="370114" y="1145721"/>
            <a:ext cx="3876675" cy="247650"/>
          </a:xfrm>
          <a:prstGeom prst="rect">
            <a:avLst/>
          </a:prstGeom>
          <a:noFill/>
          <a:ln>
            <a:noFill/>
          </a:ln>
        </p:spPr>
        <p:txBody>
          <a:bodyPr wrap="square" rtlCol="0" anchor="ctr"/>
          <a:lstStyle/>
          <a:p>
            <a:pPr algn="l"/>
            <a:r>
              <a:rPr lang="en-US" sz="1350" b="1" dirty="0">
                <a:solidFill>
                  <a:schemeClr val="lt2"/>
                </a:solidFill>
                <a:latin typeface="Aptos Black"/>
              </a:rPr>
              <a:t>Array Of Structures</a:t>
            </a:r>
          </a:p>
        </p:txBody>
      </p:sp>
      <p:sp>
        <p:nvSpPr>
          <p:cNvPr id="203" name="s203"/>
          <p:cNvSpPr/>
          <p:nvPr/>
        </p:nvSpPr>
        <p:spPr>
          <a:xfrm>
            <a:off x="370114" y="1393371"/>
            <a:ext cx="3876675" cy="171450"/>
          </a:xfrm>
          <a:prstGeom prst="rect">
            <a:avLst/>
          </a:prstGeom>
          <a:noFill/>
          <a:ln>
            <a:noFill/>
          </a:ln>
        </p:spPr>
        <p:txBody>
          <a:bodyPr wrap="none" rtlCol="0" anchor="t"/>
          <a:lstStyle/>
          <a:p>
            <a:pPr algn="l"/>
            <a:r>
              <a:rPr lang="en-US" sz="1050" dirty="0">
                <a:solidFill>
                  <a:schemeClr val="lt2">
                    <a:alpha val="60000"/>
                  </a:schemeClr>
                </a:solidFill>
              </a:rPr>
              <a:t>Object Oriented – Java / JVM</a:t>
            </a:r>
          </a:p>
        </p:txBody>
      </p:sp>
      <p:sp>
        <p:nvSpPr>
          <p:cNvPr id="204" name="s204"/>
          <p:cNvSpPr/>
          <p:nvPr/>
        </p:nvSpPr>
        <p:spPr>
          <a:xfrm>
            <a:off x="3637189" y="4269921"/>
            <a:ext cx="666750" cy="323850"/>
          </a:xfrm>
          <a:prstGeom prst="rect">
            <a:avLst/>
          </a:prstGeom>
          <a:noFill/>
          <a:ln>
            <a:noFill/>
          </a:ln>
        </p:spPr>
        <p:txBody>
          <a:bodyPr wrap="square" rtlCol="0" anchor="ctr"/>
          <a:lstStyle/>
          <a:p>
            <a:pPr algn="r"/>
            <a:r>
              <a:rPr lang="en-US" b="1" dirty="0">
                <a:solidFill>
                  <a:schemeClr val="accent1">
                    <a:alpha val="22000"/>
                  </a:schemeClr>
                </a:solidFill>
                <a:latin typeface="Aptos Black"/>
              </a:rPr>
              <a:t>AoS</a:t>
            </a:r>
          </a:p>
        </p:txBody>
      </p:sp>
      <p:sp>
        <p:nvSpPr>
          <p:cNvPr id="205" name="s205"/>
          <p:cNvSpPr/>
          <p:nvPr/>
        </p:nvSpPr>
        <p:spPr>
          <a:xfrm>
            <a:off x="370114" y="1755321"/>
            <a:ext cx="38100" cy="419100"/>
          </a:xfrm>
          <a:prstGeom prst="rect">
            <a:avLst/>
          </a:prstGeom>
          <a:solidFill>
            <a:schemeClr val="accent1"/>
          </a:solidFill>
          <a:ln>
            <a:noFill/>
          </a:ln>
        </p:spPr>
        <p:txBody>
          <a:bodyPr wrap="square" rtlCol="0" anchor="ctr"/>
          <a:lstStyle/>
          <a:p>
            <a:endParaRPr lang="en-US" sz="100"/>
          </a:p>
        </p:txBody>
      </p:sp>
      <p:sp>
        <p:nvSpPr>
          <p:cNvPr id="206" name="s206"/>
          <p:cNvSpPr/>
          <p:nvPr/>
        </p:nvSpPr>
        <p:spPr>
          <a:xfrm>
            <a:off x="446314" y="1679121"/>
            <a:ext cx="904875" cy="571500"/>
          </a:xfrm>
          <a:prstGeom prst="rect">
            <a:avLst/>
          </a:prstGeom>
          <a:noFill/>
          <a:ln>
            <a:noFill/>
          </a:ln>
        </p:spPr>
        <p:txBody>
          <a:bodyPr wrap="none" rtlCol="0" anchor="ctr"/>
          <a:lstStyle/>
          <a:p>
            <a:pPr algn="l"/>
            <a:r>
              <a:rPr lang="en-US" sz="1050" dirty="0">
                <a:solidFill>
                  <a:schemeClr val="lt2">
                    <a:alpha val="70000"/>
                  </a:schemeClr>
                </a:solidFill>
              </a:rPr>
              <a:t>Contract[0]</a:t>
            </a:r>
          </a:p>
        </p:txBody>
      </p:sp>
      <p:sp>
        <p:nvSpPr>
          <p:cNvPr id="207" name="s207"/>
          <p:cNvSpPr/>
          <p:nvPr/>
        </p:nvSpPr>
        <p:spPr>
          <a:xfrm>
            <a:off x="1427389" y="1726746"/>
            <a:ext cx="683419" cy="476250"/>
          </a:xfrm>
          <a:prstGeom prst="roundRect">
            <a:avLst/>
          </a:prstGeom>
          <a:solidFill>
            <a:schemeClr val="accent2"/>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ID</a:t>
            </a:r>
          </a:p>
        </p:txBody>
      </p:sp>
      <p:sp>
        <p:nvSpPr>
          <p:cNvPr id="208" name="s208"/>
          <p:cNvSpPr/>
          <p:nvPr/>
        </p:nvSpPr>
        <p:spPr>
          <a:xfrm>
            <a:off x="2139383" y="1726746"/>
            <a:ext cx="683419" cy="476250"/>
          </a:xfrm>
          <a:prstGeom prst="roundRect">
            <a:avLst/>
          </a:prstGeom>
          <a:solidFill>
            <a:schemeClr val="accent3"/>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premium</a:t>
            </a:r>
          </a:p>
        </p:txBody>
      </p:sp>
      <p:sp>
        <p:nvSpPr>
          <p:cNvPr id="209" name="s209"/>
          <p:cNvSpPr/>
          <p:nvPr/>
        </p:nvSpPr>
        <p:spPr>
          <a:xfrm>
            <a:off x="2851377" y="1726746"/>
            <a:ext cx="683419" cy="476250"/>
          </a:xfrm>
          <a:prstGeom prst="roundRect">
            <a:avLst/>
          </a:prstGeom>
          <a:solidFill>
            <a:schemeClr val="accent2">
              <a:lumMod val="75000"/>
            </a:schemeClr>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term</a:t>
            </a:r>
          </a:p>
        </p:txBody>
      </p:sp>
      <p:sp>
        <p:nvSpPr>
          <p:cNvPr id="210" name="s210"/>
          <p:cNvSpPr/>
          <p:nvPr/>
        </p:nvSpPr>
        <p:spPr>
          <a:xfrm>
            <a:off x="3563370" y="1726746"/>
            <a:ext cx="683419" cy="476250"/>
          </a:xfrm>
          <a:prstGeom prst="roundRect">
            <a:avLst/>
          </a:prstGeom>
          <a:solidFill>
            <a:schemeClr val="accent1"/>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risk</a:t>
            </a:r>
          </a:p>
        </p:txBody>
      </p:sp>
      <p:sp>
        <p:nvSpPr>
          <p:cNvPr id="211" name="s211"/>
          <p:cNvSpPr/>
          <p:nvPr/>
        </p:nvSpPr>
        <p:spPr>
          <a:xfrm>
            <a:off x="370114" y="2403021"/>
            <a:ext cx="38100" cy="419100"/>
          </a:xfrm>
          <a:prstGeom prst="rect">
            <a:avLst/>
          </a:prstGeom>
          <a:solidFill>
            <a:schemeClr val="accent1"/>
          </a:solidFill>
          <a:ln>
            <a:noFill/>
          </a:ln>
        </p:spPr>
        <p:txBody>
          <a:bodyPr wrap="square" rtlCol="0" anchor="ctr"/>
          <a:lstStyle/>
          <a:p>
            <a:endParaRPr lang="en-US" sz="100"/>
          </a:p>
        </p:txBody>
      </p:sp>
      <p:sp>
        <p:nvSpPr>
          <p:cNvPr id="212" name="s212"/>
          <p:cNvSpPr/>
          <p:nvPr/>
        </p:nvSpPr>
        <p:spPr>
          <a:xfrm>
            <a:off x="446314" y="2326821"/>
            <a:ext cx="904875" cy="571500"/>
          </a:xfrm>
          <a:prstGeom prst="rect">
            <a:avLst/>
          </a:prstGeom>
          <a:noFill/>
          <a:ln>
            <a:noFill/>
          </a:ln>
        </p:spPr>
        <p:txBody>
          <a:bodyPr wrap="none" rtlCol="0" anchor="ctr"/>
          <a:lstStyle/>
          <a:p>
            <a:pPr algn="l"/>
            <a:r>
              <a:rPr lang="en-US" sz="1050" dirty="0">
                <a:solidFill>
                  <a:schemeClr val="lt2">
                    <a:alpha val="70000"/>
                  </a:schemeClr>
                </a:solidFill>
              </a:rPr>
              <a:t>Contract[1]</a:t>
            </a:r>
          </a:p>
        </p:txBody>
      </p:sp>
      <p:sp>
        <p:nvSpPr>
          <p:cNvPr id="213" name="s213"/>
          <p:cNvSpPr/>
          <p:nvPr/>
        </p:nvSpPr>
        <p:spPr>
          <a:xfrm>
            <a:off x="1427389" y="2374446"/>
            <a:ext cx="683419" cy="476250"/>
          </a:xfrm>
          <a:prstGeom prst="roundRect">
            <a:avLst/>
          </a:prstGeom>
          <a:solidFill>
            <a:schemeClr val="accent2"/>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ID</a:t>
            </a:r>
          </a:p>
        </p:txBody>
      </p:sp>
      <p:sp>
        <p:nvSpPr>
          <p:cNvPr id="214" name="s214"/>
          <p:cNvSpPr/>
          <p:nvPr/>
        </p:nvSpPr>
        <p:spPr>
          <a:xfrm>
            <a:off x="2139383" y="2374446"/>
            <a:ext cx="683419" cy="476250"/>
          </a:xfrm>
          <a:prstGeom prst="roundRect">
            <a:avLst/>
          </a:prstGeom>
          <a:solidFill>
            <a:schemeClr val="accent3"/>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premium</a:t>
            </a:r>
          </a:p>
        </p:txBody>
      </p:sp>
      <p:sp>
        <p:nvSpPr>
          <p:cNvPr id="215" name="s215"/>
          <p:cNvSpPr/>
          <p:nvPr/>
        </p:nvSpPr>
        <p:spPr>
          <a:xfrm>
            <a:off x="2851377" y="2374446"/>
            <a:ext cx="683419" cy="476250"/>
          </a:xfrm>
          <a:prstGeom prst="roundRect">
            <a:avLst/>
          </a:prstGeom>
          <a:solidFill>
            <a:schemeClr val="accent2">
              <a:lumMod val="75000"/>
            </a:schemeClr>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term</a:t>
            </a:r>
          </a:p>
        </p:txBody>
      </p:sp>
      <p:sp>
        <p:nvSpPr>
          <p:cNvPr id="216" name="s216"/>
          <p:cNvSpPr/>
          <p:nvPr/>
        </p:nvSpPr>
        <p:spPr>
          <a:xfrm>
            <a:off x="3563370" y="2374446"/>
            <a:ext cx="683419" cy="476250"/>
          </a:xfrm>
          <a:prstGeom prst="roundRect">
            <a:avLst/>
          </a:prstGeom>
          <a:solidFill>
            <a:schemeClr val="accent1"/>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risk</a:t>
            </a:r>
          </a:p>
        </p:txBody>
      </p:sp>
      <p:sp>
        <p:nvSpPr>
          <p:cNvPr id="217" name="s217"/>
          <p:cNvSpPr/>
          <p:nvPr/>
        </p:nvSpPr>
        <p:spPr>
          <a:xfrm>
            <a:off x="370114" y="3050721"/>
            <a:ext cx="38100" cy="419100"/>
          </a:xfrm>
          <a:prstGeom prst="rect">
            <a:avLst/>
          </a:prstGeom>
          <a:solidFill>
            <a:schemeClr val="accent1"/>
          </a:solidFill>
          <a:ln>
            <a:noFill/>
          </a:ln>
        </p:spPr>
        <p:txBody>
          <a:bodyPr wrap="square" rtlCol="0" anchor="ctr"/>
          <a:lstStyle/>
          <a:p>
            <a:endParaRPr lang="en-US" sz="100"/>
          </a:p>
        </p:txBody>
      </p:sp>
      <p:sp>
        <p:nvSpPr>
          <p:cNvPr id="218" name="s218"/>
          <p:cNvSpPr/>
          <p:nvPr/>
        </p:nvSpPr>
        <p:spPr>
          <a:xfrm>
            <a:off x="446314" y="2974521"/>
            <a:ext cx="904875" cy="571500"/>
          </a:xfrm>
          <a:prstGeom prst="rect">
            <a:avLst/>
          </a:prstGeom>
          <a:noFill/>
          <a:ln>
            <a:noFill/>
          </a:ln>
        </p:spPr>
        <p:txBody>
          <a:bodyPr wrap="none" rtlCol="0" anchor="ctr"/>
          <a:lstStyle/>
          <a:p>
            <a:pPr algn="l"/>
            <a:r>
              <a:rPr lang="en-US" sz="1050" dirty="0">
                <a:solidFill>
                  <a:schemeClr val="lt2">
                    <a:alpha val="70000"/>
                  </a:schemeClr>
                </a:solidFill>
              </a:rPr>
              <a:t>Contract[2]</a:t>
            </a:r>
          </a:p>
        </p:txBody>
      </p:sp>
      <p:sp>
        <p:nvSpPr>
          <p:cNvPr id="219" name="s219"/>
          <p:cNvSpPr/>
          <p:nvPr/>
        </p:nvSpPr>
        <p:spPr>
          <a:xfrm>
            <a:off x="1427389" y="3022146"/>
            <a:ext cx="683419" cy="476250"/>
          </a:xfrm>
          <a:prstGeom prst="roundRect">
            <a:avLst/>
          </a:prstGeom>
          <a:solidFill>
            <a:schemeClr val="accent2"/>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ID</a:t>
            </a:r>
          </a:p>
        </p:txBody>
      </p:sp>
      <p:sp>
        <p:nvSpPr>
          <p:cNvPr id="220" name="s220"/>
          <p:cNvSpPr/>
          <p:nvPr/>
        </p:nvSpPr>
        <p:spPr>
          <a:xfrm>
            <a:off x="2139383" y="3022146"/>
            <a:ext cx="683419" cy="476250"/>
          </a:xfrm>
          <a:prstGeom prst="roundRect">
            <a:avLst/>
          </a:prstGeom>
          <a:solidFill>
            <a:schemeClr val="accent3"/>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premium</a:t>
            </a:r>
          </a:p>
        </p:txBody>
      </p:sp>
      <p:sp>
        <p:nvSpPr>
          <p:cNvPr id="221" name="s221"/>
          <p:cNvSpPr/>
          <p:nvPr/>
        </p:nvSpPr>
        <p:spPr>
          <a:xfrm>
            <a:off x="2851377" y="3022146"/>
            <a:ext cx="683419" cy="476250"/>
          </a:xfrm>
          <a:prstGeom prst="roundRect">
            <a:avLst/>
          </a:prstGeom>
          <a:solidFill>
            <a:schemeClr val="accent2">
              <a:lumMod val="75000"/>
            </a:schemeClr>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term</a:t>
            </a:r>
          </a:p>
        </p:txBody>
      </p:sp>
      <p:sp>
        <p:nvSpPr>
          <p:cNvPr id="222" name="s222"/>
          <p:cNvSpPr/>
          <p:nvPr/>
        </p:nvSpPr>
        <p:spPr>
          <a:xfrm>
            <a:off x="3563370" y="3022146"/>
            <a:ext cx="683419" cy="476250"/>
          </a:xfrm>
          <a:prstGeom prst="roundRect">
            <a:avLst/>
          </a:prstGeom>
          <a:solidFill>
            <a:schemeClr val="accent1"/>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risk</a:t>
            </a:r>
          </a:p>
        </p:txBody>
      </p:sp>
      <p:sp>
        <p:nvSpPr>
          <p:cNvPr id="223" name="s223"/>
          <p:cNvSpPr/>
          <p:nvPr/>
        </p:nvSpPr>
        <p:spPr>
          <a:xfrm>
            <a:off x="370114" y="3698421"/>
            <a:ext cx="38100" cy="419100"/>
          </a:xfrm>
          <a:prstGeom prst="rect">
            <a:avLst/>
          </a:prstGeom>
          <a:solidFill>
            <a:schemeClr val="accent1"/>
          </a:solidFill>
          <a:ln>
            <a:noFill/>
          </a:ln>
        </p:spPr>
        <p:txBody>
          <a:bodyPr wrap="square" rtlCol="0" anchor="ctr"/>
          <a:lstStyle/>
          <a:p>
            <a:endParaRPr lang="en-US" sz="100"/>
          </a:p>
        </p:txBody>
      </p:sp>
      <p:sp>
        <p:nvSpPr>
          <p:cNvPr id="224" name="s224"/>
          <p:cNvSpPr/>
          <p:nvPr/>
        </p:nvSpPr>
        <p:spPr>
          <a:xfrm>
            <a:off x="446314" y="3622221"/>
            <a:ext cx="904875" cy="571500"/>
          </a:xfrm>
          <a:prstGeom prst="rect">
            <a:avLst/>
          </a:prstGeom>
          <a:noFill/>
          <a:ln>
            <a:noFill/>
          </a:ln>
        </p:spPr>
        <p:txBody>
          <a:bodyPr wrap="none" rtlCol="0" anchor="ctr"/>
          <a:lstStyle/>
          <a:p>
            <a:pPr algn="l"/>
            <a:r>
              <a:rPr lang="en-US" sz="1050" dirty="0">
                <a:solidFill>
                  <a:schemeClr val="lt2">
                    <a:alpha val="70000"/>
                  </a:schemeClr>
                </a:solidFill>
              </a:rPr>
              <a:t>Contract[3]</a:t>
            </a:r>
          </a:p>
        </p:txBody>
      </p:sp>
      <p:sp>
        <p:nvSpPr>
          <p:cNvPr id="225" name="s225"/>
          <p:cNvSpPr/>
          <p:nvPr/>
        </p:nvSpPr>
        <p:spPr>
          <a:xfrm>
            <a:off x="1427389" y="3669846"/>
            <a:ext cx="683419" cy="476250"/>
          </a:xfrm>
          <a:prstGeom prst="roundRect">
            <a:avLst/>
          </a:prstGeom>
          <a:solidFill>
            <a:schemeClr val="accent2"/>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ID</a:t>
            </a:r>
          </a:p>
        </p:txBody>
      </p:sp>
      <p:sp>
        <p:nvSpPr>
          <p:cNvPr id="226" name="s226"/>
          <p:cNvSpPr/>
          <p:nvPr/>
        </p:nvSpPr>
        <p:spPr>
          <a:xfrm>
            <a:off x="2139383" y="3669846"/>
            <a:ext cx="683419" cy="476250"/>
          </a:xfrm>
          <a:prstGeom prst="roundRect">
            <a:avLst/>
          </a:prstGeom>
          <a:solidFill>
            <a:schemeClr val="accent3"/>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premium</a:t>
            </a:r>
          </a:p>
        </p:txBody>
      </p:sp>
      <p:sp>
        <p:nvSpPr>
          <p:cNvPr id="227" name="s227"/>
          <p:cNvSpPr/>
          <p:nvPr/>
        </p:nvSpPr>
        <p:spPr>
          <a:xfrm>
            <a:off x="2851377" y="3669846"/>
            <a:ext cx="683419" cy="476250"/>
          </a:xfrm>
          <a:prstGeom prst="roundRect">
            <a:avLst/>
          </a:prstGeom>
          <a:solidFill>
            <a:schemeClr val="accent2">
              <a:lumMod val="75000"/>
            </a:schemeClr>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term</a:t>
            </a:r>
          </a:p>
        </p:txBody>
      </p:sp>
      <p:sp>
        <p:nvSpPr>
          <p:cNvPr id="228" name="s228"/>
          <p:cNvSpPr/>
          <p:nvPr/>
        </p:nvSpPr>
        <p:spPr>
          <a:xfrm>
            <a:off x="3563370" y="3669846"/>
            <a:ext cx="683419" cy="476250"/>
          </a:xfrm>
          <a:prstGeom prst="roundRect">
            <a:avLst/>
          </a:prstGeom>
          <a:solidFill>
            <a:schemeClr val="accent1"/>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risk</a:t>
            </a:r>
          </a:p>
        </p:txBody>
      </p:sp>
      <p:sp>
        <p:nvSpPr>
          <p:cNvPr id="229" name="s229"/>
          <p:cNvSpPr/>
          <p:nvPr/>
        </p:nvSpPr>
        <p:spPr>
          <a:xfrm>
            <a:off x="4761139" y="1012371"/>
            <a:ext cx="4181475" cy="3638550"/>
          </a:xfrm>
          <a:prstGeom prst="rect">
            <a:avLst/>
          </a:prstGeom>
          <a:solidFill>
            <a:schemeClr val="dk2"/>
          </a:solidFill>
          <a:ln>
            <a:noFill/>
          </a:ln>
          <a:effectLst>
            <a:outerShdw blurRad="50800" dist="12700" dir="5400000" algn="bl" rotWithShape="0">
              <a:srgbClr val="000000">
                <a:alpha val="6000"/>
              </a:srgbClr>
            </a:outerShdw>
          </a:effectLst>
        </p:spPr>
        <p:txBody>
          <a:bodyPr wrap="square" rtlCol="0" anchor="ctr"/>
          <a:lstStyle/>
          <a:p>
            <a:endParaRPr lang="en-US" sz="100"/>
          </a:p>
        </p:txBody>
      </p:sp>
      <p:sp>
        <p:nvSpPr>
          <p:cNvPr id="230" name="s230"/>
          <p:cNvSpPr/>
          <p:nvPr/>
        </p:nvSpPr>
        <p:spPr>
          <a:xfrm>
            <a:off x="4761139" y="1012371"/>
            <a:ext cx="4181475" cy="47625"/>
          </a:xfrm>
          <a:prstGeom prst="rect">
            <a:avLst/>
          </a:prstGeom>
          <a:solidFill>
            <a:schemeClr val="accent1"/>
          </a:solidFill>
          <a:ln>
            <a:noFill/>
          </a:ln>
        </p:spPr>
        <p:txBody>
          <a:bodyPr wrap="square" rtlCol="0" anchor="ctr"/>
          <a:lstStyle/>
          <a:p>
            <a:endParaRPr lang="en-US" sz="100"/>
          </a:p>
        </p:txBody>
      </p:sp>
      <p:sp>
        <p:nvSpPr>
          <p:cNvPr id="231" name="s231"/>
          <p:cNvSpPr/>
          <p:nvPr/>
        </p:nvSpPr>
        <p:spPr>
          <a:xfrm>
            <a:off x="4913539" y="1145721"/>
            <a:ext cx="3876675" cy="247650"/>
          </a:xfrm>
          <a:prstGeom prst="rect">
            <a:avLst/>
          </a:prstGeom>
          <a:noFill/>
          <a:ln>
            <a:noFill/>
          </a:ln>
        </p:spPr>
        <p:txBody>
          <a:bodyPr wrap="square" rtlCol="0" anchor="ctr"/>
          <a:lstStyle/>
          <a:p>
            <a:pPr algn="l"/>
            <a:r>
              <a:rPr lang="en-US" sz="1350" b="1" dirty="0">
                <a:solidFill>
                  <a:schemeClr val="lt2"/>
                </a:solidFill>
                <a:latin typeface="Aptos Black"/>
              </a:rPr>
              <a:t>Structures Of Array</a:t>
            </a:r>
          </a:p>
        </p:txBody>
      </p:sp>
      <p:sp>
        <p:nvSpPr>
          <p:cNvPr id="232" name="s232"/>
          <p:cNvSpPr/>
          <p:nvPr/>
        </p:nvSpPr>
        <p:spPr>
          <a:xfrm>
            <a:off x="4913539" y="1393371"/>
            <a:ext cx="3876675" cy="171450"/>
          </a:xfrm>
          <a:prstGeom prst="rect">
            <a:avLst/>
          </a:prstGeom>
          <a:noFill/>
          <a:ln>
            <a:noFill/>
          </a:ln>
        </p:spPr>
        <p:txBody>
          <a:bodyPr wrap="none" rtlCol="0" anchor="t"/>
          <a:lstStyle/>
          <a:p>
            <a:pPr algn="l"/>
            <a:r>
              <a:rPr lang="en-US" sz="1050" dirty="0">
                <a:solidFill>
                  <a:schemeClr val="lt2">
                    <a:alpha val="60000"/>
                  </a:schemeClr>
                </a:solidFill>
              </a:rPr>
              <a:t>Data Oriented – GPU optimized</a:t>
            </a:r>
          </a:p>
        </p:txBody>
      </p:sp>
      <p:sp>
        <p:nvSpPr>
          <p:cNvPr id="233" name="s233"/>
          <p:cNvSpPr/>
          <p:nvPr/>
        </p:nvSpPr>
        <p:spPr>
          <a:xfrm>
            <a:off x="8180614" y="4269921"/>
            <a:ext cx="666750" cy="323850"/>
          </a:xfrm>
          <a:prstGeom prst="rect">
            <a:avLst/>
          </a:prstGeom>
          <a:noFill/>
          <a:ln>
            <a:noFill/>
          </a:ln>
        </p:spPr>
        <p:txBody>
          <a:bodyPr wrap="square" rtlCol="0" anchor="ctr"/>
          <a:lstStyle/>
          <a:p>
            <a:pPr algn="r"/>
            <a:r>
              <a:rPr lang="en-US" b="1" dirty="0">
                <a:solidFill>
                  <a:schemeClr val="accent1">
                    <a:alpha val="22000"/>
                  </a:schemeClr>
                </a:solidFill>
                <a:latin typeface="Aptos Black"/>
              </a:rPr>
              <a:t>SoA</a:t>
            </a:r>
          </a:p>
        </p:txBody>
      </p:sp>
      <p:sp>
        <p:nvSpPr>
          <p:cNvPr id="234" name="s234"/>
          <p:cNvSpPr/>
          <p:nvPr/>
        </p:nvSpPr>
        <p:spPr>
          <a:xfrm>
            <a:off x="4913539" y="1755321"/>
            <a:ext cx="38100" cy="419100"/>
          </a:xfrm>
          <a:prstGeom prst="rect">
            <a:avLst/>
          </a:prstGeom>
          <a:solidFill>
            <a:schemeClr val="accent1"/>
          </a:solidFill>
          <a:ln>
            <a:noFill/>
          </a:ln>
        </p:spPr>
        <p:txBody>
          <a:bodyPr wrap="square" rtlCol="0" anchor="ctr"/>
          <a:lstStyle/>
          <a:p>
            <a:endParaRPr lang="en-US" sz="100"/>
          </a:p>
        </p:txBody>
      </p:sp>
      <p:sp>
        <p:nvSpPr>
          <p:cNvPr id="235" name="s235"/>
          <p:cNvSpPr/>
          <p:nvPr/>
        </p:nvSpPr>
        <p:spPr>
          <a:xfrm>
            <a:off x="4989739" y="1679121"/>
            <a:ext cx="904875" cy="571500"/>
          </a:xfrm>
          <a:prstGeom prst="rect">
            <a:avLst/>
          </a:prstGeom>
          <a:noFill/>
          <a:ln>
            <a:noFill/>
          </a:ln>
        </p:spPr>
        <p:txBody>
          <a:bodyPr wrap="none" rtlCol="0" anchor="ctr"/>
          <a:lstStyle/>
          <a:p>
            <a:pPr algn="l"/>
            <a:r>
              <a:rPr lang="en-US" sz="1050" dirty="0">
                <a:solidFill>
                  <a:schemeClr val="lt2">
                    <a:alpha val="70000"/>
                  </a:schemeClr>
                </a:solidFill>
              </a:rPr>
              <a:t>id[]</a:t>
            </a:r>
          </a:p>
        </p:txBody>
      </p:sp>
      <p:sp>
        <p:nvSpPr>
          <p:cNvPr id="236" name="s236"/>
          <p:cNvSpPr/>
          <p:nvPr/>
        </p:nvSpPr>
        <p:spPr>
          <a:xfrm>
            <a:off x="5970814" y="1726746"/>
            <a:ext cx="683419" cy="476250"/>
          </a:xfrm>
          <a:prstGeom prst="roundRect">
            <a:avLst/>
          </a:prstGeom>
          <a:solidFill>
            <a:schemeClr val="accent2"/>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[0]</a:t>
            </a:r>
          </a:p>
        </p:txBody>
      </p:sp>
      <p:sp>
        <p:nvSpPr>
          <p:cNvPr id="237" name="s237"/>
          <p:cNvSpPr/>
          <p:nvPr/>
        </p:nvSpPr>
        <p:spPr>
          <a:xfrm>
            <a:off x="6682808" y="1726746"/>
            <a:ext cx="683419" cy="476250"/>
          </a:xfrm>
          <a:prstGeom prst="roundRect">
            <a:avLst/>
          </a:prstGeom>
          <a:solidFill>
            <a:schemeClr val="accent2"/>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[1]</a:t>
            </a:r>
          </a:p>
        </p:txBody>
      </p:sp>
      <p:sp>
        <p:nvSpPr>
          <p:cNvPr id="238" name="s238"/>
          <p:cNvSpPr/>
          <p:nvPr/>
        </p:nvSpPr>
        <p:spPr>
          <a:xfrm>
            <a:off x="7394802" y="1726746"/>
            <a:ext cx="683419" cy="476250"/>
          </a:xfrm>
          <a:prstGeom prst="roundRect">
            <a:avLst/>
          </a:prstGeom>
          <a:solidFill>
            <a:schemeClr val="accent2"/>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[2]</a:t>
            </a:r>
          </a:p>
        </p:txBody>
      </p:sp>
      <p:sp>
        <p:nvSpPr>
          <p:cNvPr id="239" name="s239"/>
          <p:cNvSpPr/>
          <p:nvPr/>
        </p:nvSpPr>
        <p:spPr>
          <a:xfrm>
            <a:off x="8106795" y="1726746"/>
            <a:ext cx="683419" cy="476250"/>
          </a:xfrm>
          <a:prstGeom prst="roundRect">
            <a:avLst/>
          </a:prstGeom>
          <a:solidFill>
            <a:schemeClr val="accent2"/>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[3]</a:t>
            </a:r>
          </a:p>
        </p:txBody>
      </p:sp>
      <p:sp>
        <p:nvSpPr>
          <p:cNvPr id="240" name="s240"/>
          <p:cNvSpPr/>
          <p:nvPr/>
        </p:nvSpPr>
        <p:spPr>
          <a:xfrm>
            <a:off x="4913539" y="2403021"/>
            <a:ext cx="38100" cy="419100"/>
          </a:xfrm>
          <a:prstGeom prst="rect">
            <a:avLst/>
          </a:prstGeom>
          <a:solidFill>
            <a:schemeClr val="accent1"/>
          </a:solidFill>
          <a:ln>
            <a:noFill/>
          </a:ln>
        </p:spPr>
        <p:txBody>
          <a:bodyPr wrap="square" rtlCol="0" anchor="ctr"/>
          <a:lstStyle/>
          <a:p>
            <a:endParaRPr lang="en-US" sz="100"/>
          </a:p>
        </p:txBody>
      </p:sp>
      <p:sp>
        <p:nvSpPr>
          <p:cNvPr id="241" name="s241"/>
          <p:cNvSpPr/>
          <p:nvPr/>
        </p:nvSpPr>
        <p:spPr>
          <a:xfrm>
            <a:off x="4989739" y="2326821"/>
            <a:ext cx="904875" cy="571500"/>
          </a:xfrm>
          <a:prstGeom prst="rect">
            <a:avLst/>
          </a:prstGeom>
          <a:noFill/>
          <a:ln>
            <a:noFill/>
          </a:ln>
        </p:spPr>
        <p:txBody>
          <a:bodyPr wrap="none" rtlCol="0" anchor="ctr"/>
          <a:lstStyle/>
          <a:p>
            <a:pPr algn="l"/>
            <a:r>
              <a:rPr lang="en-US" sz="1050" dirty="0">
                <a:solidFill>
                  <a:schemeClr val="lt2">
                    <a:alpha val="70000"/>
                  </a:schemeClr>
                </a:solidFill>
              </a:rPr>
              <a:t>premium[]</a:t>
            </a:r>
          </a:p>
        </p:txBody>
      </p:sp>
      <p:sp>
        <p:nvSpPr>
          <p:cNvPr id="242" name="s242"/>
          <p:cNvSpPr/>
          <p:nvPr/>
        </p:nvSpPr>
        <p:spPr>
          <a:xfrm>
            <a:off x="5970814" y="2374446"/>
            <a:ext cx="683419" cy="476250"/>
          </a:xfrm>
          <a:prstGeom prst="roundRect">
            <a:avLst/>
          </a:prstGeom>
          <a:solidFill>
            <a:schemeClr val="accent3"/>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[0]</a:t>
            </a:r>
          </a:p>
        </p:txBody>
      </p:sp>
      <p:sp>
        <p:nvSpPr>
          <p:cNvPr id="243" name="s243"/>
          <p:cNvSpPr/>
          <p:nvPr/>
        </p:nvSpPr>
        <p:spPr>
          <a:xfrm>
            <a:off x="6682808" y="2374446"/>
            <a:ext cx="683419" cy="476250"/>
          </a:xfrm>
          <a:prstGeom prst="roundRect">
            <a:avLst/>
          </a:prstGeom>
          <a:solidFill>
            <a:schemeClr val="accent3"/>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[1]</a:t>
            </a:r>
          </a:p>
        </p:txBody>
      </p:sp>
      <p:sp>
        <p:nvSpPr>
          <p:cNvPr id="244" name="s244"/>
          <p:cNvSpPr/>
          <p:nvPr/>
        </p:nvSpPr>
        <p:spPr>
          <a:xfrm>
            <a:off x="7394802" y="2374446"/>
            <a:ext cx="683419" cy="476250"/>
          </a:xfrm>
          <a:prstGeom prst="roundRect">
            <a:avLst/>
          </a:prstGeom>
          <a:solidFill>
            <a:schemeClr val="accent3"/>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[2]</a:t>
            </a:r>
          </a:p>
        </p:txBody>
      </p:sp>
      <p:sp>
        <p:nvSpPr>
          <p:cNvPr id="245" name="s245"/>
          <p:cNvSpPr/>
          <p:nvPr/>
        </p:nvSpPr>
        <p:spPr>
          <a:xfrm>
            <a:off x="8106795" y="2374446"/>
            <a:ext cx="683419" cy="476250"/>
          </a:xfrm>
          <a:prstGeom prst="roundRect">
            <a:avLst/>
          </a:prstGeom>
          <a:solidFill>
            <a:schemeClr val="accent3"/>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[3]</a:t>
            </a:r>
          </a:p>
        </p:txBody>
      </p:sp>
      <p:sp>
        <p:nvSpPr>
          <p:cNvPr id="246" name="s246"/>
          <p:cNvSpPr/>
          <p:nvPr/>
        </p:nvSpPr>
        <p:spPr>
          <a:xfrm>
            <a:off x="4913539" y="3050721"/>
            <a:ext cx="38100" cy="419100"/>
          </a:xfrm>
          <a:prstGeom prst="rect">
            <a:avLst/>
          </a:prstGeom>
          <a:solidFill>
            <a:schemeClr val="accent1"/>
          </a:solidFill>
          <a:ln>
            <a:noFill/>
          </a:ln>
        </p:spPr>
        <p:txBody>
          <a:bodyPr wrap="square" rtlCol="0" anchor="ctr"/>
          <a:lstStyle/>
          <a:p>
            <a:endParaRPr lang="en-US" sz="100"/>
          </a:p>
        </p:txBody>
      </p:sp>
      <p:sp>
        <p:nvSpPr>
          <p:cNvPr id="247" name="s247"/>
          <p:cNvSpPr/>
          <p:nvPr/>
        </p:nvSpPr>
        <p:spPr>
          <a:xfrm>
            <a:off x="4989739" y="2974521"/>
            <a:ext cx="904875" cy="571500"/>
          </a:xfrm>
          <a:prstGeom prst="rect">
            <a:avLst/>
          </a:prstGeom>
          <a:noFill/>
          <a:ln>
            <a:noFill/>
          </a:ln>
        </p:spPr>
        <p:txBody>
          <a:bodyPr wrap="none" rtlCol="0" anchor="ctr"/>
          <a:lstStyle/>
          <a:p>
            <a:pPr algn="l"/>
            <a:r>
              <a:rPr lang="en-US" sz="1050" dirty="0">
                <a:solidFill>
                  <a:schemeClr val="lt2">
                    <a:alpha val="70000"/>
                  </a:schemeClr>
                </a:solidFill>
              </a:rPr>
              <a:t>term[]</a:t>
            </a:r>
          </a:p>
        </p:txBody>
      </p:sp>
      <p:sp>
        <p:nvSpPr>
          <p:cNvPr id="248" name="s248"/>
          <p:cNvSpPr/>
          <p:nvPr/>
        </p:nvSpPr>
        <p:spPr>
          <a:xfrm>
            <a:off x="5970814" y="3022146"/>
            <a:ext cx="683419" cy="476250"/>
          </a:xfrm>
          <a:prstGeom prst="roundRect">
            <a:avLst/>
          </a:prstGeom>
          <a:solidFill>
            <a:schemeClr val="accent2">
              <a:lumMod val="75000"/>
            </a:schemeClr>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[0]</a:t>
            </a:r>
          </a:p>
        </p:txBody>
      </p:sp>
      <p:sp>
        <p:nvSpPr>
          <p:cNvPr id="249" name="s249"/>
          <p:cNvSpPr/>
          <p:nvPr/>
        </p:nvSpPr>
        <p:spPr>
          <a:xfrm>
            <a:off x="6682808" y="3022146"/>
            <a:ext cx="683419" cy="476250"/>
          </a:xfrm>
          <a:prstGeom prst="roundRect">
            <a:avLst/>
          </a:prstGeom>
          <a:solidFill>
            <a:schemeClr val="accent2">
              <a:lumMod val="75000"/>
            </a:schemeClr>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[1]</a:t>
            </a:r>
          </a:p>
        </p:txBody>
      </p:sp>
      <p:sp>
        <p:nvSpPr>
          <p:cNvPr id="250" name="s250"/>
          <p:cNvSpPr/>
          <p:nvPr/>
        </p:nvSpPr>
        <p:spPr>
          <a:xfrm>
            <a:off x="7394802" y="3022146"/>
            <a:ext cx="683419" cy="476250"/>
          </a:xfrm>
          <a:prstGeom prst="roundRect">
            <a:avLst/>
          </a:prstGeom>
          <a:solidFill>
            <a:schemeClr val="accent2">
              <a:lumMod val="75000"/>
            </a:schemeClr>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[2]</a:t>
            </a:r>
          </a:p>
        </p:txBody>
      </p:sp>
      <p:sp>
        <p:nvSpPr>
          <p:cNvPr id="251" name="s251"/>
          <p:cNvSpPr/>
          <p:nvPr/>
        </p:nvSpPr>
        <p:spPr>
          <a:xfrm>
            <a:off x="8106795" y="3022146"/>
            <a:ext cx="683419" cy="476250"/>
          </a:xfrm>
          <a:prstGeom prst="roundRect">
            <a:avLst/>
          </a:prstGeom>
          <a:solidFill>
            <a:schemeClr val="accent2">
              <a:lumMod val="75000"/>
            </a:schemeClr>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[3]</a:t>
            </a:r>
          </a:p>
        </p:txBody>
      </p:sp>
      <p:sp>
        <p:nvSpPr>
          <p:cNvPr id="252" name="s252"/>
          <p:cNvSpPr/>
          <p:nvPr/>
        </p:nvSpPr>
        <p:spPr>
          <a:xfrm>
            <a:off x="4913539" y="3698421"/>
            <a:ext cx="38100" cy="419100"/>
          </a:xfrm>
          <a:prstGeom prst="rect">
            <a:avLst/>
          </a:prstGeom>
          <a:solidFill>
            <a:schemeClr val="accent1"/>
          </a:solidFill>
          <a:ln>
            <a:noFill/>
          </a:ln>
        </p:spPr>
        <p:txBody>
          <a:bodyPr wrap="square" rtlCol="0" anchor="ctr"/>
          <a:lstStyle/>
          <a:p>
            <a:endParaRPr lang="en-US" sz="100"/>
          </a:p>
        </p:txBody>
      </p:sp>
      <p:sp>
        <p:nvSpPr>
          <p:cNvPr id="253" name="s253"/>
          <p:cNvSpPr/>
          <p:nvPr/>
        </p:nvSpPr>
        <p:spPr>
          <a:xfrm>
            <a:off x="4989739" y="3622221"/>
            <a:ext cx="904875" cy="571500"/>
          </a:xfrm>
          <a:prstGeom prst="rect">
            <a:avLst/>
          </a:prstGeom>
          <a:noFill/>
          <a:ln>
            <a:noFill/>
          </a:ln>
        </p:spPr>
        <p:txBody>
          <a:bodyPr wrap="none" rtlCol="0" anchor="ctr"/>
          <a:lstStyle/>
          <a:p>
            <a:pPr algn="l"/>
            <a:r>
              <a:rPr lang="en-US" sz="1050" dirty="0">
                <a:solidFill>
                  <a:schemeClr val="lt2">
                    <a:alpha val="70000"/>
                  </a:schemeClr>
                </a:solidFill>
              </a:rPr>
              <a:t>risk[]</a:t>
            </a:r>
          </a:p>
        </p:txBody>
      </p:sp>
      <p:sp>
        <p:nvSpPr>
          <p:cNvPr id="254" name="s254"/>
          <p:cNvSpPr/>
          <p:nvPr/>
        </p:nvSpPr>
        <p:spPr>
          <a:xfrm>
            <a:off x="5970814" y="3669846"/>
            <a:ext cx="683419" cy="476250"/>
          </a:xfrm>
          <a:prstGeom prst="roundRect">
            <a:avLst/>
          </a:prstGeom>
          <a:solidFill>
            <a:schemeClr val="accent1"/>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[0]</a:t>
            </a:r>
          </a:p>
        </p:txBody>
      </p:sp>
      <p:sp>
        <p:nvSpPr>
          <p:cNvPr id="255" name="s255"/>
          <p:cNvSpPr/>
          <p:nvPr/>
        </p:nvSpPr>
        <p:spPr>
          <a:xfrm>
            <a:off x="6682808" y="3669846"/>
            <a:ext cx="683419" cy="476250"/>
          </a:xfrm>
          <a:prstGeom prst="roundRect">
            <a:avLst/>
          </a:prstGeom>
          <a:solidFill>
            <a:schemeClr val="accent1"/>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[1]</a:t>
            </a:r>
          </a:p>
        </p:txBody>
      </p:sp>
      <p:sp>
        <p:nvSpPr>
          <p:cNvPr id="256" name="s256"/>
          <p:cNvSpPr/>
          <p:nvPr/>
        </p:nvSpPr>
        <p:spPr>
          <a:xfrm>
            <a:off x="7394802" y="3669846"/>
            <a:ext cx="683419" cy="476250"/>
          </a:xfrm>
          <a:prstGeom prst="roundRect">
            <a:avLst/>
          </a:prstGeom>
          <a:solidFill>
            <a:schemeClr val="accent1"/>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[2]</a:t>
            </a:r>
          </a:p>
        </p:txBody>
      </p:sp>
      <p:sp>
        <p:nvSpPr>
          <p:cNvPr id="257" name="s257"/>
          <p:cNvSpPr/>
          <p:nvPr/>
        </p:nvSpPr>
        <p:spPr>
          <a:xfrm>
            <a:off x="8106795" y="3669846"/>
            <a:ext cx="683419" cy="476250"/>
          </a:xfrm>
          <a:prstGeom prst="roundRect">
            <a:avLst/>
          </a:prstGeom>
          <a:solidFill>
            <a:schemeClr val="accent1"/>
          </a:solidFill>
          <a:ln>
            <a:noFill/>
          </a:ln>
          <a:effectLst>
            <a:outerShdw blurRad="50800" dist="12700" dir="5400000" algn="bl" rotWithShape="0">
              <a:srgbClr val="000000">
                <a:alpha val="6000"/>
              </a:srgbClr>
            </a:outerShdw>
          </a:effectLst>
        </p:spPr>
        <p:txBody>
          <a:bodyPr wrap="square" rtlCol="0" anchor="ctr"/>
          <a:lstStyle/>
          <a:p>
            <a:pPr algn="ctr"/>
            <a:r>
              <a:rPr lang="en-US" sz="900" dirty="0">
                <a:solidFill>
                  <a:schemeClr val="lt1"/>
                </a:solidFill>
              </a:rPr>
              <a:t>[3]</a:t>
            </a:r>
          </a:p>
        </p:txBody>
      </p:sp>
      <p:grpSp>
        <p:nvGrpSpPr>
          <p:cNvPr id="3" name="Groep 2">
            <a:extLst>
              <a:ext uri="{FF2B5EF4-FFF2-40B4-BE49-F238E27FC236}">
                <a16:creationId xmlns:a16="http://schemas.microsoft.com/office/drawing/2014/main" id="{D25E8D7B-7CC5-FD8A-FEA6-51F4FEB91528}"/>
              </a:ext>
            </a:extLst>
          </p:cNvPr>
          <p:cNvGrpSpPr/>
          <p:nvPr/>
        </p:nvGrpSpPr>
        <p:grpSpPr>
          <a:xfrm>
            <a:off x="361950" y="4782911"/>
            <a:ext cx="5391150" cy="247650"/>
            <a:chOff x="660400" y="6388100"/>
            <a:chExt cx="7188200" cy="330200"/>
          </a:xfrm>
        </p:grpSpPr>
        <p:sp>
          <p:nvSpPr>
            <p:cNvPr id="259" name="s259"/>
            <p:cNvSpPr/>
            <p:nvPr/>
          </p:nvSpPr>
          <p:spPr>
            <a:xfrm>
              <a:off x="660400" y="6438900"/>
              <a:ext cx="50800" cy="228600"/>
            </a:xfrm>
            <a:prstGeom prst="rect">
              <a:avLst/>
            </a:prstGeom>
            <a:solidFill>
              <a:schemeClr val="accent1"/>
            </a:solidFill>
            <a:ln>
              <a:noFill/>
            </a:ln>
          </p:spPr>
          <p:txBody>
            <a:bodyPr wrap="square" rtlCol="0" anchor="ctr"/>
            <a:lstStyle/>
            <a:p>
              <a:endParaRPr lang="en-US" sz="100"/>
            </a:p>
          </p:txBody>
        </p:sp>
        <p:sp>
          <p:nvSpPr>
            <p:cNvPr id="260" name="s260"/>
            <p:cNvSpPr/>
            <p:nvPr/>
          </p:nvSpPr>
          <p:spPr>
            <a:xfrm>
              <a:off x="736600" y="6388100"/>
              <a:ext cx="7112000" cy="330200"/>
            </a:xfrm>
            <a:prstGeom prst="rect">
              <a:avLst/>
            </a:prstGeom>
            <a:noFill/>
            <a:ln>
              <a:noFill/>
            </a:ln>
          </p:spPr>
          <p:txBody>
            <a:bodyPr wrap="square" rtlCol="0" anchor="ctr"/>
            <a:lstStyle/>
            <a:p>
              <a:pPr algn="l"/>
              <a:r>
                <a:rPr lang="en-US" sz="1050" i="1" dirty="0">
                  <a:solidFill>
                    <a:schemeClr val="lt2">
                      <a:alpha val="60000"/>
                    </a:schemeClr>
                  </a:solidFill>
                </a:rPr>
                <a:t>This was an execution model transformation, not a language swap</a:t>
              </a:r>
            </a:p>
          </p:txBody>
        </p:sp>
      </p:grpSp>
    </p:spTree>
    <p:extLst>
      <p:ext uri="{BB962C8B-B14F-4D97-AF65-F5344CB8AC3E}">
        <p14:creationId xmlns:p14="http://schemas.microsoft.com/office/powerpoint/2010/main" val="3800296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92B6075-F8EF-BB9E-3E97-63524797FF32}"/>
              </a:ext>
            </a:extLst>
          </p:cNvPr>
          <p:cNvSpPr>
            <a:spLocks noGrp="1"/>
          </p:cNvSpPr>
          <p:nvPr>
            <p:ph type="title"/>
          </p:nvPr>
        </p:nvSpPr>
        <p:spPr/>
        <p:txBody>
          <a:bodyPr/>
          <a:lstStyle/>
          <a:p>
            <a:r>
              <a:rPr lang="en-GB" dirty="0"/>
              <a:t>Platform choice</a:t>
            </a:r>
            <a:endParaRPr lang="en-NL" dirty="0"/>
          </a:p>
        </p:txBody>
      </p:sp>
      <p:sp>
        <p:nvSpPr>
          <p:cNvPr id="8" name="Tekstvak 7">
            <a:extLst>
              <a:ext uri="{FF2B5EF4-FFF2-40B4-BE49-F238E27FC236}">
                <a16:creationId xmlns:a16="http://schemas.microsoft.com/office/drawing/2014/main" id="{A747C7D7-477D-1A2F-A601-68D9CAB92875}"/>
              </a:ext>
            </a:extLst>
          </p:cNvPr>
          <p:cNvSpPr txBox="1"/>
          <p:nvPr/>
        </p:nvSpPr>
        <p:spPr>
          <a:xfrm>
            <a:off x="4377321" y="118729"/>
            <a:ext cx="4017532" cy="507831"/>
          </a:xfrm>
          <a:prstGeom prst="rect">
            <a:avLst/>
          </a:prstGeom>
          <a:noFill/>
        </p:spPr>
        <p:txBody>
          <a:bodyPr wrap="square">
            <a:spAutoFit/>
          </a:bodyPr>
          <a:lstStyle/>
          <a:p>
            <a:r>
              <a:rPr lang="en-US" sz="1350" dirty="0">
                <a:solidFill>
                  <a:schemeClr val="accent3"/>
                </a:solidFill>
              </a:rPr>
              <a:t>Why C# was the controlled, </a:t>
            </a:r>
            <a:br>
              <a:rPr lang="en-US" sz="1350" dirty="0">
                <a:solidFill>
                  <a:schemeClr val="accent3"/>
                </a:solidFill>
              </a:rPr>
            </a:br>
            <a:r>
              <a:rPr lang="en-US" sz="1350" dirty="0">
                <a:solidFill>
                  <a:schemeClr val="accent3"/>
                </a:solidFill>
              </a:rPr>
              <a:t>reliable path to proving performance</a:t>
            </a:r>
          </a:p>
        </p:txBody>
      </p:sp>
      <p:grpSp>
        <p:nvGrpSpPr>
          <p:cNvPr id="9" name="Groep 8">
            <a:extLst>
              <a:ext uri="{FF2B5EF4-FFF2-40B4-BE49-F238E27FC236}">
                <a16:creationId xmlns:a16="http://schemas.microsoft.com/office/drawing/2014/main" id="{51C5275E-B5C9-DC4D-D96D-5381EC6750D4}"/>
              </a:ext>
            </a:extLst>
          </p:cNvPr>
          <p:cNvGrpSpPr/>
          <p:nvPr/>
        </p:nvGrpSpPr>
        <p:grpSpPr>
          <a:xfrm>
            <a:off x="4326676" y="1127509"/>
            <a:ext cx="2098740" cy="1732488"/>
            <a:chOff x="5853953" y="1717637"/>
            <a:chExt cx="2239922" cy="2194560"/>
          </a:xfrm>
        </p:grpSpPr>
        <p:sp>
          <p:nvSpPr>
            <p:cNvPr id="10" name="Shape 4">
              <a:extLst>
                <a:ext uri="{FF2B5EF4-FFF2-40B4-BE49-F238E27FC236}">
                  <a16:creationId xmlns:a16="http://schemas.microsoft.com/office/drawing/2014/main" id="{200E0908-F065-55B4-C8AE-A46D08949D78}"/>
                </a:ext>
              </a:extLst>
            </p:cNvPr>
            <p:cNvSpPr/>
            <p:nvPr/>
          </p:nvSpPr>
          <p:spPr>
            <a:xfrm>
              <a:off x="5853953" y="1717637"/>
              <a:ext cx="2239922" cy="2194560"/>
            </a:xfrm>
            <a:prstGeom prst="rect">
              <a:avLst/>
            </a:prstGeom>
            <a:solidFill>
              <a:schemeClr val="tx2"/>
            </a:solidFill>
            <a:ln/>
            <a:effectLst>
              <a:outerShdw blurRad="127000" dist="38100" dir="8100000" algn="bl" rotWithShape="0">
                <a:srgbClr val="000000">
                  <a:alpha val="12000"/>
                </a:srgbClr>
              </a:outerShdw>
            </a:effectLst>
          </p:spPr>
          <p:txBody>
            <a:bodyPr/>
            <a:lstStyle/>
            <a:p>
              <a:endParaRPr lang="en-NL" sz="1350"/>
            </a:p>
          </p:txBody>
        </p:sp>
        <p:sp>
          <p:nvSpPr>
            <p:cNvPr id="11" name="Shape 5">
              <a:extLst>
                <a:ext uri="{FF2B5EF4-FFF2-40B4-BE49-F238E27FC236}">
                  <a16:creationId xmlns:a16="http://schemas.microsoft.com/office/drawing/2014/main" id="{5DE56BDE-76D6-EF9D-E6BF-71F148F9BD6B}"/>
                </a:ext>
              </a:extLst>
            </p:cNvPr>
            <p:cNvSpPr/>
            <p:nvPr/>
          </p:nvSpPr>
          <p:spPr>
            <a:xfrm>
              <a:off x="5853953" y="1717637"/>
              <a:ext cx="54053" cy="2194559"/>
            </a:xfrm>
            <a:prstGeom prst="rect">
              <a:avLst/>
            </a:prstGeom>
            <a:solidFill>
              <a:schemeClr val="accent1"/>
            </a:solidFill>
            <a:ln/>
          </p:spPr>
          <p:txBody>
            <a:bodyPr/>
            <a:lstStyle/>
            <a:p>
              <a:endParaRPr lang="en-NL" sz="1350"/>
            </a:p>
          </p:txBody>
        </p:sp>
        <p:sp>
          <p:nvSpPr>
            <p:cNvPr id="12" name="Text 6">
              <a:extLst>
                <a:ext uri="{FF2B5EF4-FFF2-40B4-BE49-F238E27FC236}">
                  <a16:creationId xmlns:a16="http://schemas.microsoft.com/office/drawing/2014/main" id="{1C8F99A8-D28F-89E4-F582-4495CC412BCA}"/>
                </a:ext>
              </a:extLst>
            </p:cNvPr>
            <p:cNvSpPr/>
            <p:nvPr/>
          </p:nvSpPr>
          <p:spPr>
            <a:xfrm>
              <a:off x="5935438" y="1818221"/>
              <a:ext cx="2012133" cy="320040"/>
            </a:xfrm>
            <a:prstGeom prst="rect">
              <a:avLst/>
            </a:prstGeom>
            <a:noFill/>
            <a:ln/>
          </p:spPr>
          <p:txBody>
            <a:bodyPr wrap="square" rtlCol="0" anchor="ctr"/>
            <a:lstStyle/>
            <a:p>
              <a:r>
                <a:rPr lang="en-US" sz="1200" b="1" dirty="0">
                  <a:solidFill>
                    <a:schemeClr val="bg2"/>
                  </a:solidFill>
                  <a:ea typeface="Trebuchet MS" pitchFamily="34" charset="-122"/>
                  <a:cs typeface="Trebuchet MS" pitchFamily="34" charset="-120"/>
                </a:rPr>
                <a:t>Profiling &amp; Benchmarking</a:t>
              </a:r>
            </a:p>
          </p:txBody>
        </p:sp>
        <p:sp>
          <p:nvSpPr>
            <p:cNvPr id="13" name="Text 7">
              <a:extLst>
                <a:ext uri="{FF2B5EF4-FFF2-40B4-BE49-F238E27FC236}">
                  <a16:creationId xmlns:a16="http://schemas.microsoft.com/office/drawing/2014/main" id="{5CE60DD7-33F2-7CDD-BB8E-BB4A5F88B398}"/>
                </a:ext>
              </a:extLst>
            </p:cNvPr>
            <p:cNvSpPr/>
            <p:nvPr/>
          </p:nvSpPr>
          <p:spPr>
            <a:xfrm>
              <a:off x="5935438" y="2174837"/>
              <a:ext cx="2012133" cy="1410622"/>
            </a:xfrm>
            <a:prstGeom prst="rect">
              <a:avLst/>
            </a:prstGeom>
            <a:noFill/>
            <a:ln/>
          </p:spPr>
          <p:txBody>
            <a:bodyPr wrap="square" rtlCol="0" anchor="t"/>
            <a:lstStyle/>
            <a:p>
              <a:pPr>
                <a:lnSpc>
                  <a:spcPct val="140000"/>
                </a:lnSpc>
              </a:pPr>
              <a:r>
                <a:rPr lang="en-US" sz="900" dirty="0" err="1">
                  <a:solidFill>
                    <a:schemeClr val="accent3"/>
                  </a:solidFill>
                </a:rPr>
                <a:t>BenchmarkDotNet</a:t>
              </a:r>
              <a:r>
                <a:rPr lang="en-US" sz="900" dirty="0">
                  <a:solidFill>
                    <a:schemeClr val="accent3"/>
                  </a:solidFill>
                </a:rPr>
                <a:t>, </a:t>
              </a:r>
              <a:r>
                <a:rPr lang="en-US" sz="900" dirty="0" err="1">
                  <a:solidFill>
                    <a:schemeClr val="accent3"/>
                  </a:solidFill>
                </a:rPr>
                <a:t>PerfView</a:t>
              </a:r>
              <a:r>
                <a:rPr lang="en-US" sz="900" dirty="0">
                  <a:solidFill>
                    <a:schemeClr val="accent3"/>
                  </a:solidFill>
                </a:rPr>
                <a:t>, and dotnet-trace provide objective, reproducible performance measurement — no guessing.</a:t>
              </a:r>
            </a:p>
          </p:txBody>
        </p:sp>
        <p:sp>
          <p:nvSpPr>
            <p:cNvPr id="14" name="Text 8">
              <a:extLst>
                <a:ext uri="{FF2B5EF4-FFF2-40B4-BE49-F238E27FC236}">
                  <a16:creationId xmlns:a16="http://schemas.microsoft.com/office/drawing/2014/main" id="{3CB0FE64-4475-202D-F497-B2E4A8E21AAE}"/>
                </a:ext>
              </a:extLst>
            </p:cNvPr>
            <p:cNvSpPr/>
            <p:nvPr/>
          </p:nvSpPr>
          <p:spPr>
            <a:xfrm>
              <a:off x="7265894" y="3454997"/>
              <a:ext cx="800549" cy="384048"/>
            </a:xfrm>
            <a:prstGeom prst="rect">
              <a:avLst/>
            </a:prstGeom>
            <a:noFill/>
            <a:ln/>
          </p:spPr>
          <p:txBody>
            <a:bodyPr wrap="square" rtlCol="0" anchor="ctr"/>
            <a:lstStyle/>
            <a:p>
              <a:pPr algn="r"/>
              <a:r>
                <a:rPr lang="en-US" sz="2400" b="1" dirty="0">
                  <a:solidFill>
                    <a:schemeClr val="accent1"/>
                  </a:solidFill>
                </a:rPr>
                <a:t>01</a:t>
              </a:r>
              <a:endParaRPr lang="en-US" sz="2400" dirty="0">
                <a:solidFill>
                  <a:schemeClr val="accent1"/>
                </a:solidFill>
              </a:endParaRPr>
            </a:p>
          </p:txBody>
        </p:sp>
      </p:grpSp>
      <p:grpSp>
        <p:nvGrpSpPr>
          <p:cNvPr id="15" name="Groep 14">
            <a:extLst>
              <a:ext uri="{FF2B5EF4-FFF2-40B4-BE49-F238E27FC236}">
                <a16:creationId xmlns:a16="http://schemas.microsoft.com/office/drawing/2014/main" id="{7C953152-C2A3-1E26-854E-AD02B59A234F}"/>
              </a:ext>
            </a:extLst>
          </p:cNvPr>
          <p:cNvGrpSpPr/>
          <p:nvPr/>
        </p:nvGrpSpPr>
        <p:grpSpPr>
          <a:xfrm>
            <a:off x="4326676" y="2975495"/>
            <a:ext cx="2098740" cy="1732488"/>
            <a:chOff x="5853953" y="1717637"/>
            <a:chExt cx="2239922" cy="2194560"/>
          </a:xfrm>
        </p:grpSpPr>
        <p:sp>
          <p:nvSpPr>
            <p:cNvPr id="16" name="Shape 4">
              <a:extLst>
                <a:ext uri="{FF2B5EF4-FFF2-40B4-BE49-F238E27FC236}">
                  <a16:creationId xmlns:a16="http://schemas.microsoft.com/office/drawing/2014/main" id="{19714F31-F00A-FFE0-FE33-DB1028262CFB}"/>
                </a:ext>
              </a:extLst>
            </p:cNvPr>
            <p:cNvSpPr/>
            <p:nvPr/>
          </p:nvSpPr>
          <p:spPr>
            <a:xfrm>
              <a:off x="5853953" y="1717637"/>
              <a:ext cx="2239922" cy="2194560"/>
            </a:xfrm>
            <a:prstGeom prst="rect">
              <a:avLst/>
            </a:prstGeom>
            <a:solidFill>
              <a:schemeClr val="tx2"/>
            </a:solidFill>
            <a:ln/>
            <a:effectLst>
              <a:outerShdw blurRad="127000" dist="38100" dir="8100000" algn="bl" rotWithShape="0">
                <a:srgbClr val="000000">
                  <a:alpha val="12000"/>
                </a:srgbClr>
              </a:outerShdw>
            </a:effectLst>
          </p:spPr>
          <p:txBody>
            <a:bodyPr/>
            <a:lstStyle/>
            <a:p>
              <a:endParaRPr lang="en-NL" sz="1350"/>
            </a:p>
          </p:txBody>
        </p:sp>
        <p:sp>
          <p:nvSpPr>
            <p:cNvPr id="17" name="Shape 5">
              <a:extLst>
                <a:ext uri="{FF2B5EF4-FFF2-40B4-BE49-F238E27FC236}">
                  <a16:creationId xmlns:a16="http://schemas.microsoft.com/office/drawing/2014/main" id="{7DC078A5-2C58-3FFF-1D5D-89E6FD9FDA00}"/>
                </a:ext>
              </a:extLst>
            </p:cNvPr>
            <p:cNvSpPr/>
            <p:nvPr/>
          </p:nvSpPr>
          <p:spPr>
            <a:xfrm>
              <a:off x="5853953" y="1717637"/>
              <a:ext cx="54053" cy="2194559"/>
            </a:xfrm>
            <a:prstGeom prst="rect">
              <a:avLst/>
            </a:prstGeom>
            <a:solidFill>
              <a:schemeClr val="accent1"/>
            </a:solidFill>
            <a:ln/>
          </p:spPr>
          <p:txBody>
            <a:bodyPr/>
            <a:lstStyle/>
            <a:p>
              <a:endParaRPr lang="en-NL" sz="1350"/>
            </a:p>
          </p:txBody>
        </p:sp>
        <p:sp>
          <p:nvSpPr>
            <p:cNvPr id="18" name="Text 6">
              <a:extLst>
                <a:ext uri="{FF2B5EF4-FFF2-40B4-BE49-F238E27FC236}">
                  <a16:creationId xmlns:a16="http://schemas.microsoft.com/office/drawing/2014/main" id="{4EA56DE3-74E8-3013-C82A-C66CCCB69476}"/>
                </a:ext>
              </a:extLst>
            </p:cNvPr>
            <p:cNvSpPr/>
            <p:nvPr/>
          </p:nvSpPr>
          <p:spPr>
            <a:xfrm>
              <a:off x="5935438" y="1818221"/>
              <a:ext cx="2012133" cy="320040"/>
            </a:xfrm>
            <a:prstGeom prst="rect">
              <a:avLst/>
            </a:prstGeom>
            <a:noFill/>
            <a:ln/>
          </p:spPr>
          <p:txBody>
            <a:bodyPr wrap="square" rtlCol="0" anchor="ctr"/>
            <a:lstStyle/>
            <a:p>
              <a:r>
                <a:rPr lang="en-US" sz="1200" b="1" dirty="0">
                  <a:solidFill>
                    <a:schemeClr val="bg2"/>
                  </a:solidFill>
                  <a:ea typeface="Trebuchet MS" pitchFamily="34" charset="-122"/>
                  <a:cs typeface="Trebuchet MS" pitchFamily="34" charset="-120"/>
                </a:rPr>
                <a:t>GPU-Style Execution</a:t>
              </a:r>
            </a:p>
          </p:txBody>
        </p:sp>
        <p:sp>
          <p:nvSpPr>
            <p:cNvPr id="19" name="Text 7">
              <a:extLst>
                <a:ext uri="{FF2B5EF4-FFF2-40B4-BE49-F238E27FC236}">
                  <a16:creationId xmlns:a16="http://schemas.microsoft.com/office/drawing/2014/main" id="{FBFE2B09-DEA4-ED70-2D82-D920C27956D6}"/>
                </a:ext>
              </a:extLst>
            </p:cNvPr>
            <p:cNvSpPr/>
            <p:nvPr/>
          </p:nvSpPr>
          <p:spPr>
            <a:xfrm>
              <a:off x="5935438" y="2174837"/>
              <a:ext cx="2012133" cy="1410622"/>
            </a:xfrm>
            <a:prstGeom prst="rect">
              <a:avLst/>
            </a:prstGeom>
            <a:noFill/>
            <a:ln/>
          </p:spPr>
          <p:txBody>
            <a:bodyPr wrap="square" rtlCol="0" anchor="t"/>
            <a:lstStyle/>
            <a:p>
              <a:pPr>
                <a:lnSpc>
                  <a:spcPct val="140000"/>
                </a:lnSpc>
              </a:pPr>
              <a:r>
                <a:rPr lang="en-US" sz="900" dirty="0">
                  <a:solidFill>
                    <a:schemeClr val="accent3"/>
                  </a:solidFill>
                </a:rPr>
                <a:t>CUDA interop via Managed CUDA and ILGPU enables GPU kernel dispatch directly from managed code with predictable behavior.</a:t>
              </a:r>
            </a:p>
          </p:txBody>
        </p:sp>
        <p:sp>
          <p:nvSpPr>
            <p:cNvPr id="20" name="Text 8">
              <a:extLst>
                <a:ext uri="{FF2B5EF4-FFF2-40B4-BE49-F238E27FC236}">
                  <a16:creationId xmlns:a16="http://schemas.microsoft.com/office/drawing/2014/main" id="{33D4478A-5F92-B458-9C9E-6B73876EC5B3}"/>
                </a:ext>
              </a:extLst>
            </p:cNvPr>
            <p:cNvSpPr/>
            <p:nvPr/>
          </p:nvSpPr>
          <p:spPr>
            <a:xfrm>
              <a:off x="7265894" y="3454997"/>
              <a:ext cx="800549" cy="384048"/>
            </a:xfrm>
            <a:prstGeom prst="rect">
              <a:avLst/>
            </a:prstGeom>
            <a:noFill/>
            <a:ln/>
          </p:spPr>
          <p:txBody>
            <a:bodyPr wrap="square" rtlCol="0" anchor="ctr"/>
            <a:lstStyle/>
            <a:p>
              <a:pPr algn="r"/>
              <a:r>
                <a:rPr lang="en-US" sz="2400" b="1" dirty="0">
                  <a:solidFill>
                    <a:schemeClr val="accent1"/>
                  </a:solidFill>
                </a:rPr>
                <a:t>03</a:t>
              </a:r>
              <a:endParaRPr lang="en-US" sz="2400" dirty="0">
                <a:solidFill>
                  <a:schemeClr val="accent1"/>
                </a:solidFill>
              </a:endParaRPr>
            </a:p>
          </p:txBody>
        </p:sp>
      </p:grpSp>
      <p:grpSp>
        <p:nvGrpSpPr>
          <p:cNvPr id="21" name="Groep 20">
            <a:extLst>
              <a:ext uri="{FF2B5EF4-FFF2-40B4-BE49-F238E27FC236}">
                <a16:creationId xmlns:a16="http://schemas.microsoft.com/office/drawing/2014/main" id="{71D6B59E-2332-8AAD-70D1-25A49CDCF723}"/>
              </a:ext>
            </a:extLst>
          </p:cNvPr>
          <p:cNvGrpSpPr/>
          <p:nvPr/>
        </p:nvGrpSpPr>
        <p:grpSpPr>
          <a:xfrm>
            <a:off x="6648347" y="1127509"/>
            <a:ext cx="2098740" cy="1732488"/>
            <a:chOff x="5853953" y="1717637"/>
            <a:chExt cx="2239922" cy="2194560"/>
          </a:xfrm>
        </p:grpSpPr>
        <p:sp>
          <p:nvSpPr>
            <p:cNvPr id="22" name="Shape 4">
              <a:extLst>
                <a:ext uri="{FF2B5EF4-FFF2-40B4-BE49-F238E27FC236}">
                  <a16:creationId xmlns:a16="http://schemas.microsoft.com/office/drawing/2014/main" id="{BA378B12-0052-2152-FB10-F81802831273}"/>
                </a:ext>
              </a:extLst>
            </p:cNvPr>
            <p:cNvSpPr/>
            <p:nvPr/>
          </p:nvSpPr>
          <p:spPr>
            <a:xfrm>
              <a:off x="5853953" y="1717637"/>
              <a:ext cx="2239922" cy="2194560"/>
            </a:xfrm>
            <a:prstGeom prst="rect">
              <a:avLst/>
            </a:prstGeom>
            <a:solidFill>
              <a:schemeClr val="tx2"/>
            </a:solidFill>
            <a:ln/>
            <a:effectLst>
              <a:outerShdw blurRad="127000" dist="38100" dir="8100000" algn="bl" rotWithShape="0">
                <a:srgbClr val="000000">
                  <a:alpha val="12000"/>
                </a:srgbClr>
              </a:outerShdw>
            </a:effectLst>
          </p:spPr>
          <p:txBody>
            <a:bodyPr/>
            <a:lstStyle/>
            <a:p>
              <a:endParaRPr lang="en-NL" sz="1350"/>
            </a:p>
          </p:txBody>
        </p:sp>
        <p:sp>
          <p:nvSpPr>
            <p:cNvPr id="23" name="Shape 5">
              <a:extLst>
                <a:ext uri="{FF2B5EF4-FFF2-40B4-BE49-F238E27FC236}">
                  <a16:creationId xmlns:a16="http://schemas.microsoft.com/office/drawing/2014/main" id="{F47D767B-346A-DE8D-BB20-CED9DAEC4A2D}"/>
                </a:ext>
              </a:extLst>
            </p:cNvPr>
            <p:cNvSpPr/>
            <p:nvPr/>
          </p:nvSpPr>
          <p:spPr>
            <a:xfrm>
              <a:off x="5853953" y="1717637"/>
              <a:ext cx="54053" cy="2194559"/>
            </a:xfrm>
            <a:prstGeom prst="rect">
              <a:avLst/>
            </a:prstGeom>
            <a:solidFill>
              <a:schemeClr val="accent1"/>
            </a:solidFill>
            <a:ln/>
          </p:spPr>
          <p:txBody>
            <a:bodyPr/>
            <a:lstStyle/>
            <a:p>
              <a:endParaRPr lang="en-NL" sz="1350"/>
            </a:p>
          </p:txBody>
        </p:sp>
        <p:sp>
          <p:nvSpPr>
            <p:cNvPr id="24" name="Text 6">
              <a:extLst>
                <a:ext uri="{FF2B5EF4-FFF2-40B4-BE49-F238E27FC236}">
                  <a16:creationId xmlns:a16="http://schemas.microsoft.com/office/drawing/2014/main" id="{E2DE7F1B-EB0C-C77D-B911-D3AFE7A44552}"/>
                </a:ext>
              </a:extLst>
            </p:cNvPr>
            <p:cNvSpPr/>
            <p:nvPr/>
          </p:nvSpPr>
          <p:spPr>
            <a:xfrm>
              <a:off x="5935438" y="1818221"/>
              <a:ext cx="2012133" cy="320040"/>
            </a:xfrm>
            <a:prstGeom prst="rect">
              <a:avLst/>
            </a:prstGeom>
            <a:noFill/>
            <a:ln/>
          </p:spPr>
          <p:txBody>
            <a:bodyPr wrap="square" rtlCol="0" anchor="ctr"/>
            <a:lstStyle/>
            <a:p>
              <a:r>
                <a:rPr lang="en-US" sz="1200" b="1" dirty="0">
                  <a:solidFill>
                    <a:schemeClr val="bg2"/>
                  </a:solidFill>
                  <a:ea typeface="Trebuchet MS" pitchFamily="34" charset="-122"/>
                  <a:cs typeface="Trebuchet MS" pitchFamily="34" charset="-120"/>
                </a:rPr>
                <a:t>Memory control</a:t>
              </a:r>
            </a:p>
          </p:txBody>
        </p:sp>
        <p:sp>
          <p:nvSpPr>
            <p:cNvPr id="25" name="Text 7">
              <a:extLst>
                <a:ext uri="{FF2B5EF4-FFF2-40B4-BE49-F238E27FC236}">
                  <a16:creationId xmlns:a16="http://schemas.microsoft.com/office/drawing/2014/main" id="{16C58CBB-E7CC-B0F2-4A35-9D5EE2FC521E}"/>
                </a:ext>
              </a:extLst>
            </p:cNvPr>
            <p:cNvSpPr/>
            <p:nvPr/>
          </p:nvSpPr>
          <p:spPr>
            <a:xfrm>
              <a:off x="5935438" y="2174837"/>
              <a:ext cx="2012133" cy="1410622"/>
            </a:xfrm>
            <a:prstGeom prst="rect">
              <a:avLst/>
            </a:prstGeom>
            <a:noFill/>
            <a:ln/>
          </p:spPr>
          <p:txBody>
            <a:bodyPr wrap="square" rtlCol="0" anchor="t"/>
            <a:lstStyle/>
            <a:p>
              <a:pPr>
                <a:lnSpc>
                  <a:spcPct val="140000"/>
                </a:lnSpc>
              </a:pPr>
              <a:r>
                <a:rPr lang="en-US" sz="900" dirty="0" err="1">
                  <a:solidFill>
                    <a:schemeClr val="accent3"/>
                  </a:solidFill>
                </a:rPr>
                <a:t>.Net</a:t>
              </a:r>
              <a:r>
                <a:rPr lang="en-US" sz="900" dirty="0">
                  <a:solidFill>
                    <a:schemeClr val="accent3"/>
                  </a:solidFill>
                </a:rPr>
                <a:t> gives explicit control over memory layout and buffer boundaries.</a:t>
              </a:r>
            </a:p>
          </p:txBody>
        </p:sp>
        <p:sp>
          <p:nvSpPr>
            <p:cNvPr id="26" name="Text 8">
              <a:extLst>
                <a:ext uri="{FF2B5EF4-FFF2-40B4-BE49-F238E27FC236}">
                  <a16:creationId xmlns:a16="http://schemas.microsoft.com/office/drawing/2014/main" id="{DF8BD351-595A-5E84-28D4-0D71BD986961}"/>
                </a:ext>
              </a:extLst>
            </p:cNvPr>
            <p:cNvSpPr/>
            <p:nvPr/>
          </p:nvSpPr>
          <p:spPr>
            <a:xfrm>
              <a:off x="7265894" y="3454997"/>
              <a:ext cx="800549" cy="384048"/>
            </a:xfrm>
            <a:prstGeom prst="rect">
              <a:avLst/>
            </a:prstGeom>
            <a:noFill/>
            <a:ln/>
          </p:spPr>
          <p:txBody>
            <a:bodyPr wrap="square" rtlCol="0" anchor="ctr"/>
            <a:lstStyle/>
            <a:p>
              <a:pPr algn="r"/>
              <a:r>
                <a:rPr lang="en-US" sz="2400" b="1" dirty="0">
                  <a:solidFill>
                    <a:schemeClr val="accent1"/>
                  </a:solidFill>
                </a:rPr>
                <a:t>02</a:t>
              </a:r>
              <a:endParaRPr lang="en-US" sz="2400" dirty="0">
                <a:solidFill>
                  <a:schemeClr val="accent1"/>
                </a:solidFill>
              </a:endParaRPr>
            </a:p>
          </p:txBody>
        </p:sp>
      </p:grpSp>
      <p:grpSp>
        <p:nvGrpSpPr>
          <p:cNvPr id="27" name="Groep 26">
            <a:extLst>
              <a:ext uri="{FF2B5EF4-FFF2-40B4-BE49-F238E27FC236}">
                <a16:creationId xmlns:a16="http://schemas.microsoft.com/office/drawing/2014/main" id="{65180AD8-6885-BEE1-0F97-3905BBB09FDF}"/>
              </a:ext>
            </a:extLst>
          </p:cNvPr>
          <p:cNvGrpSpPr/>
          <p:nvPr/>
        </p:nvGrpSpPr>
        <p:grpSpPr>
          <a:xfrm>
            <a:off x="6648347" y="2975495"/>
            <a:ext cx="2098740" cy="1732488"/>
            <a:chOff x="5853953" y="1717637"/>
            <a:chExt cx="2239922" cy="2194560"/>
          </a:xfrm>
        </p:grpSpPr>
        <p:sp>
          <p:nvSpPr>
            <p:cNvPr id="28" name="Shape 4">
              <a:extLst>
                <a:ext uri="{FF2B5EF4-FFF2-40B4-BE49-F238E27FC236}">
                  <a16:creationId xmlns:a16="http://schemas.microsoft.com/office/drawing/2014/main" id="{B7478B08-8F47-F3D1-B64C-240CC067108E}"/>
                </a:ext>
              </a:extLst>
            </p:cNvPr>
            <p:cNvSpPr/>
            <p:nvPr/>
          </p:nvSpPr>
          <p:spPr>
            <a:xfrm>
              <a:off x="5853953" y="1717637"/>
              <a:ext cx="2239922" cy="2194560"/>
            </a:xfrm>
            <a:prstGeom prst="rect">
              <a:avLst/>
            </a:prstGeom>
            <a:solidFill>
              <a:schemeClr val="tx2"/>
            </a:solidFill>
            <a:ln/>
            <a:effectLst>
              <a:outerShdw blurRad="127000" dist="38100" dir="8100000" algn="bl" rotWithShape="0">
                <a:srgbClr val="000000">
                  <a:alpha val="12000"/>
                </a:srgbClr>
              </a:outerShdw>
            </a:effectLst>
          </p:spPr>
          <p:txBody>
            <a:bodyPr/>
            <a:lstStyle/>
            <a:p>
              <a:endParaRPr lang="en-NL" sz="1350"/>
            </a:p>
          </p:txBody>
        </p:sp>
        <p:sp>
          <p:nvSpPr>
            <p:cNvPr id="29" name="Shape 5">
              <a:extLst>
                <a:ext uri="{FF2B5EF4-FFF2-40B4-BE49-F238E27FC236}">
                  <a16:creationId xmlns:a16="http://schemas.microsoft.com/office/drawing/2014/main" id="{B9C17839-094E-8594-518D-91712C20A508}"/>
                </a:ext>
              </a:extLst>
            </p:cNvPr>
            <p:cNvSpPr/>
            <p:nvPr/>
          </p:nvSpPr>
          <p:spPr>
            <a:xfrm>
              <a:off x="5853953" y="1717637"/>
              <a:ext cx="54053" cy="2194559"/>
            </a:xfrm>
            <a:prstGeom prst="rect">
              <a:avLst/>
            </a:prstGeom>
            <a:solidFill>
              <a:schemeClr val="accent1"/>
            </a:solidFill>
            <a:ln/>
          </p:spPr>
          <p:txBody>
            <a:bodyPr/>
            <a:lstStyle/>
            <a:p>
              <a:endParaRPr lang="en-NL" sz="1350"/>
            </a:p>
          </p:txBody>
        </p:sp>
        <p:sp>
          <p:nvSpPr>
            <p:cNvPr id="30" name="Text 6">
              <a:extLst>
                <a:ext uri="{FF2B5EF4-FFF2-40B4-BE49-F238E27FC236}">
                  <a16:creationId xmlns:a16="http://schemas.microsoft.com/office/drawing/2014/main" id="{AA745432-2CFF-EE4F-5627-006262730579}"/>
                </a:ext>
              </a:extLst>
            </p:cNvPr>
            <p:cNvSpPr/>
            <p:nvPr/>
          </p:nvSpPr>
          <p:spPr>
            <a:xfrm>
              <a:off x="5935438" y="1818221"/>
              <a:ext cx="2012133" cy="320040"/>
            </a:xfrm>
            <a:prstGeom prst="rect">
              <a:avLst/>
            </a:prstGeom>
            <a:noFill/>
            <a:ln/>
          </p:spPr>
          <p:txBody>
            <a:bodyPr wrap="square" rtlCol="0" anchor="ctr"/>
            <a:lstStyle/>
            <a:p>
              <a:r>
                <a:rPr lang="en-US" sz="1200" b="1" dirty="0">
                  <a:solidFill>
                    <a:schemeClr val="bg2"/>
                  </a:solidFill>
                  <a:ea typeface="Trebuchet MS" pitchFamily="34" charset="-122"/>
                  <a:cs typeface="Trebuchet MS" pitchFamily="34" charset="-120"/>
                </a:rPr>
                <a:t>Known Platform</a:t>
              </a:r>
            </a:p>
          </p:txBody>
        </p:sp>
        <p:sp>
          <p:nvSpPr>
            <p:cNvPr id="31" name="Text 7">
              <a:extLst>
                <a:ext uri="{FF2B5EF4-FFF2-40B4-BE49-F238E27FC236}">
                  <a16:creationId xmlns:a16="http://schemas.microsoft.com/office/drawing/2014/main" id="{55419DDD-611D-50AF-570C-5708A14D0422}"/>
                </a:ext>
              </a:extLst>
            </p:cNvPr>
            <p:cNvSpPr/>
            <p:nvPr/>
          </p:nvSpPr>
          <p:spPr>
            <a:xfrm>
              <a:off x="5935438" y="2174837"/>
              <a:ext cx="2012133" cy="1410622"/>
            </a:xfrm>
            <a:prstGeom prst="rect">
              <a:avLst/>
            </a:prstGeom>
            <a:noFill/>
            <a:ln/>
          </p:spPr>
          <p:txBody>
            <a:bodyPr wrap="square" rtlCol="0" anchor="t"/>
            <a:lstStyle/>
            <a:p>
              <a:pPr>
                <a:lnSpc>
                  <a:spcPct val="140000"/>
                </a:lnSpc>
              </a:pPr>
              <a:r>
                <a:rPr lang="en-US" sz="900" dirty="0">
                  <a:solidFill>
                    <a:schemeClr val="accent3"/>
                  </a:solidFill>
                </a:rPr>
                <a:t>Deep familiarity with the runtime environment </a:t>
              </a:r>
              <a:br>
                <a:rPr lang="en-US" sz="900" dirty="0">
                  <a:solidFill>
                    <a:schemeClr val="accent3"/>
                  </a:solidFill>
                </a:rPr>
              </a:br>
              <a:r>
                <a:rPr lang="en-US" sz="900" dirty="0">
                  <a:solidFill>
                    <a:schemeClr val="accent3"/>
                  </a:solidFill>
                </a:rPr>
                <a:t>eliminated unknowns — every optimization decision was made from solid ground.</a:t>
              </a:r>
            </a:p>
          </p:txBody>
        </p:sp>
        <p:sp>
          <p:nvSpPr>
            <p:cNvPr id="32" name="Text 8">
              <a:extLst>
                <a:ext uri="{FF2B5EF4-FFF2-40B4-BE49-F238E27FC236}">
                  <a16:creationId xmlns:a16="http://schemas.microsoft.com/office/drawing/2014/main" id="{DEB4390F-34B0-FE2C-E373-C3647D1A11E7}"/>
                </a:ext>
              </a:extLst>
            </p:cNvPr>
            <p:cNvSpPr/>
            <p:nvPr/>
          </p:nvSpPr>
          <p:spPr>
            <a:xfrm>
              <a:off x="7265894" y="3454997"/>
              <a:ext cx="800549" cy="384048"/>
            </a:xfrm>
            <a:prstGeom prst="rect">
              <a:avLst/>
            </a:prstGeom>
            <a:noFill/>
            <a:ln/>
          </p:spPr>
          <p:txBody>
            <a:bodyPr wrap="square" rtlCol="0" anchor="ctr"/>
            <a:lstStyle/>
            <a:p>
              <a:pPr algn="r"/>
              <a:r>
                <a:rPr lang="en-US" sz="2400" b="1" dirty="0">
                  <a:solidFill>
                    <a:schemeClr val="accent1"/>
                  </a:solidFill>
                </a:rPr>
                <a:t>04</a:t>
              </a:r>
              <a:endParaRPr lang="en-US" sz="2400" dirty="0">
                <a:solidFill>
                  <a:schemeClr val="accent1"/>
                </a:solidFill>
              </a:endParaRPr>
            </a:p>
          </p:txBody>
        </p:sp>
      </p:grpSp>
      <p:sp>
        <p:nvSpPr>
          <p:cNvPr id="34" name="Tekstvak 33">
            <a:extLst>
              <a:ext uri="{FF2B5EF4-FFF2-40B4-BE49-F238E27FC236}">
                <a16:creationId xmlns:a16="http://schemas.microsoft.com/office/drawing/2014/main" id="{32D872B8-8E3D-4605-665D-4756A56C32E5}"/>
              </a:ext>
            </a:extLst>
          </p:cNvPr>
          <p:cNvSpPr txBox="1"/>
          <p:nvPr/>
        </p:nvSpPr>
        <p:spPr>
          <a:xfrm>
            <a:off x="380176" y="1290666"/>
            <a:ext cx="3386699" cy="2531462"/>
          </a:xfrm>
          <a:prstGeom prst="rect">
            <a:avLst/>
          </a:prstGeom>
          <a:noFill/>
        </p:spPr>
        <p:txBody>
          <a:bodyPr wrap="square">
            <a:spAutoFit/>
          </a:bodyPr>
          <a:lstStyle/>
          <a:p>
            <a:pPr>
              <a:spcAft>
                <a:spcPts val="900"/>
              </a:spcAft>
            </a:pPr>
            <a:r>
              <a:rPr lang="en-US" sz="1350" b="1" cap="all" dirty="0">
                <a:solidFill>
                  <a:schemeClr val="accent3"/>
                </a:solidFill>
              </a:rPr>
              <a:t>Execution Platform</a:t>
            </a:r>
          </a:p>
          <a:p>
            <a:pPr>
              <a:spcAft>
                <a:spcPts val="338"/>
              </a:spcAft>
            </a:pPr>
            <a:r>
              <a:rPr lang="en-US" sz="1350" b="1" dirty="0">
                <a:solidFill>
                  <a:schemeClr val="accent1"/>
                </a:solidFill>
              </a:rPr>
              <a:t>C# </a:t>
            </a:r>
            <a:r>
              <a:rPr lang="en-US" sz="1350" dirty="0">
                <a:solidFill>
                  <a:srgbClr val="8A9BB0"/>
                </a:solidFill>
              </a:rPr>
              <a:t>.NET </a:t>
            </a:r>
            <a:br>
              <a:rPr lang="en-US" sz="1350" dirty="0">
                <a:solidFill>
                  <a:srgbClr val="8A9BB0"/>
                </a:solidFill>
              </a:rPr>
            </a:br>
            <a:endParaRPr lang="en-US" sz="1350" dirty="0">
              <a:solidFill>
                <a:srgbClr val="8A9BB0"/>
              </a:solidFill>
            </a:endParaRPr>
          </a:p>
          <a:p>
            <a:pPr algn="l">
              <a:buNone/>
            </a:pPr>
            <a:r>
              <a:rPr lang="en-US" sz="1350" dirty="0">
                <a:solidFill>
                  <a:schemeClr val="accent3"/>
                </a:solidFill>
              </a:rPr>
              <a:t>The decision wasn't about preference — it was about choosing the environment that gave the most controlled, reliable path to proving performance at scale.</a:t>
            </a:r>
            <a:br>
              <a:rPr lang="en-US" sz="1350" dirty="0">
                <a:solidFill>
                  <a:schemeClr val="accent3"/>
                </a:solidFill>
              </a:rPr>
            </a:br>
            <a:br>
              <a:rPr lang="en-US" sz="1350" dirty="0">
                <a:solidFill>
                  <a:schemeClr val="accent3"/>
                </a:solidFill>
              </a:rPr>
            </a:br>
            <a:r>
              <a:rPr lang="en-US" sz="1350" dirty="0">
                <a:solidFill>
                  <a:schemeClr val="accent3"/>
                </a:solidFill>
              </a:rPr>
              <a:t>Deep platform familiarity reduced implementation risk and allowed faster iteration without sacrificing correctness</a:t>
            </a:r>
          </a:p>
        </p:txBody>
      </p:sp>
    </p:spTree>
    <p:extLst>
      <p:ext uri="{BB962C8B-B14F-4D97-AF65-F5344CB8AC3E}">
        <p14:creationId xmlns:p14="http://schemas.microsoft.com/office/powerpoint/2010/main" val="11985926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7CA46D4-AC04-6C43-A776-8B1AB0519504}"/>
              </a:ext>
            </a:extLst>
          </p:cNvPr>
          <p:cNvSpPr>
            <a:spLocks noGrp="1"/>
          </p:cNvSpPr>
          <p:nvPr>
            <p:ph type="title"/>
          </p:nvPr>
        </p:nvSpPr>
        <p:spPr/>
        <p:txBody>
          <a:bodyPr/>
          <a:lstStyle/>
          <a:p>
            <a:r>
              <a:rPr lang="en-US" dirty="0"/>
              <a:t>Timeline</a:t>
            </a:r>
            <a:endParaRPr lang="en-NL" dirty="0"/>
          </a:p>
        </p:txBody>
      </p:sp>
      <p:sp>
        <p:nvSpPr>
          <p:cNvPr id="3" name="Tekstvak 2">
            <a:extLst>
              <a:ext uri="{FF2B5EF4-FFF2-40B4-BE49-F238E27FC236}">
                <a16:creationId xmlns:a16="http://schemas.microsoft.com/office/drawing/2014/main" id="{67439D07-AB95-6436-03FC-3486670F5903}"/>
              </a:ext>
            </a:extLst>
          </p:cNvPr>
          <p:cNvSpPr txBox="1"/>
          <p:nvPr/>
        </p:nvSpPr>
        <p:spPr>
          <a:xfrm>
            <a:off x="800100" y="1051561"/>
            <a:ext cx="6957060" cy="3208571"/>
          </a:xfrm>
          <a:prstGeom prst="rect">
            <a:avLst/>
          </a:prstGeom>
          <a:noFill/>
        </p:spPr>
        <p:txBody>
          <a:bodyPr wrap="square" rtlCol="0">
            <a:spAutoFit/>
          </a:bodyPr>
          <a:lstStyle/>
          <a:p>
            <a:r>
              <a:rPr lang="en-NL" sz="1350" b="1" dirty="0"/>
              <a:t>Table of Contents</a:t>
            </a:r>
          </a:p>
          <a:p>
            <a:pPr lvl="0"/>
            <a:r>
              <a:rPr lang="en-NL" sz="1350" dirty="0">
                <a:hlinkClick r:id="rId2"/>
              </a:rPr>
              <a:t>Starting point — before the first PR</a:t>
            </a:r>
            <a:endParaRPr lang="en-NL" sz="1350" dirty="0"/>
          </a:p>
          <a:p>
            <a:pPr lvl="0"/>
            <a:r>
              <a:rPr lang="en-NL" sz="1350" dirty="0">
                <a:hlinkClick r:id="rId3"/>
              </a:rPr>
              <a:t>Phase 1 — Stabilising V1 (Feb 15–18)</a:t>
            </a:r>
            <a:endParaRPr lang="en-NL" sz="1350" dirty="0"/>
          </a:p>
          <a:p>
            <a:pPr lvl="0"/>
            <a:r>
              <a:rPr lang="en-NL" sz="1350" dirty="0">
                <a:hlinkClick r:id="rId4"/>
              </a:rPr>
              <a:t>Phase 2 — V2: strongly-typed CPU engine (Feb 18–19)</a:t>
            </a:r>
            <a:endParaRPr lang="en-NL" sz="1350" dirty="0"/>
          </a:p>
          <a:p>
            <a:pPr lvl="0"/>
            <a:r>
              <a:rPr lang="en-NL" sz="1350" dirty="0">
                <a:hlinkClick r:id="rId5"/>
              </a:rPr>
              <a:t>Phase 3 — V3 GPU kernel (Feb 19–20)</a:t>
            </a:r>
            <a:endParaRPr lang="en-NL" sz="1350" dirty="0"/>
          </a:p>
          <a:p>
            <a:pPr lvl="0"/>
            <a:r>
              <a:rPr lang="en-NL" sz="1350" dirty="0">
                <a:hlinkClick r:id="rId6"/>
              </a:rPr>
              <a:t>Phase 4 — Solution restructure (Feb 19–20)</a:t>
            </a:r>
            <a:endParaRPr lang="en-NL" sz="1350" dirty="0"/>
          </a:p>
          <a:p>
            <a:pPr lvl="0"/>
            <a:r>
              <a:rPr lang="en-NL" sz="1350" dirty="0">
                <a:hlinkClick r:id="rId7"/>
              </a:rPr>
              <a:t>Phase 5 — Namespace cleanup (Feb 20)</a:t>
            </a:r>
            <a:endParaRPr lang="en-NL" sz="1350" dirty="0"/>
          </a:p>
          <a:p>
            <a:pPr lvl="0"/>
            <a:r>
              <a:rPr lang="en-NL" sz="1350" dirty="0">
                <a:hlinkClick r:id="rId8"/>
              </a:rPr>
              <a:t>Phase 6 — Scenario </a:t>
            </a:r>
            <a:r>
              <a:rPr lang="en-NL" sz="1350" dirty="0" err="1">
                <a:hlinkClick r:id="rId8"/>
              </a:rPr>
              <a:t>modeling</a:t>
            </a:r>
            <a:r>
              <a:rPr lang="en-NL" sz="1350" dirty="0">
                <a:hlinkClick r:id="rId8"/>
              </a:rPr>
              <a:t> and output sinks (Feb 20)</a:t>
            </a:r>
            <a:endParaRPr lang="en-NL" sz="1350" dirty="0"/>
          </a:p>
          <a:p>
            <a:pPr lvl="0"/>
            <a:r>
              <a:rPr lang="en-NL" sz="1350" dirty="0">
                <a:hlinkClick r:id="rId9"/>
              </a:rPr>
              <a:t>Phase 7 — Real-world Monte Carlo demo (Feb 20)</a:t>
            </a:r>
            <a:endParaRPr lang="en-NL" sz="1350" dirty="0"/>
          </a:p>
          <a:p>
            <a:pPr lvl="0"/>
            <a:r>
              <a:rPr lang="en-NL" sz="1350" dirty="0">
                <a:hlinkClick r:id="rId10"/>
              </a:rPr>
              <a:t>Phase 8 — Reporting transformer (Feb 20)</a:t>
            </a:r>
            <a:endParaRPr lang="en-NL" sz="1350" dirty="0"/>
          </a:p>
          <a:p>
            <a:pPr lvl="0"/>
            <a:r>
              <a:rPr lang="en-NL" sz="1350" dirty="0">
                <a:hlinkClick r:id="rId11"/>
              </a:rPr>
              <a:t>Phase 9 — Comprehensive documentation (Feb 20–21)</a:t>
            </a:r>
            <a:endParaRPr lang="en-NL" sz="1350" dirty="0"/>
          </a:p>
          <a:p>
            <a:pPr lvl="0"/>
            <a:r>
              <a:rPr lang="en-NL" sz="1350" dirty="0">
                <a:hlinkClick r:id="rId12"/>
              </a:rPr>
              <a:t>Proposal — Insurance contracts (Feb 20, open draft)</a:t>
            </a:r>
            <a:endParaRPr lang="en-NL" sz="1350" dirty="0"/>
          </a:p>
          <a:p>
            <a:pPr lvl="0"/>
            <a:r>
              <a:rPr lang="en-NL" sz="1350" dirty="0">
                <a:hlinkClick r:id="rId13"/>
              </a:rPr>
              <a:t>Quality and stability assessment</a:t>
            </a:r>
            <a:endParaRPr lang="en-NL" sz="1350" dirty="0"/>
          </a:p>
          <a:p>
            <a:pPr lvl="0"/>
            <a:r>
              <a:rPr lang="en-NL" sz="1350" dirty="0">
                <a:hlinkClick r:id="rId14"/>
              </a:rPr>
              <a:t>Summary: the full arc</a:t>
            </a:r>
            <a:endParaRPr lang="en-NL" sz="1350" dirty="0"/>
          </a:p>
          <a:p>
            <a:endParaRPr lang="en-NL" sz="1350" dirty="0"/>
          </a:p>
        </p:txBody>
      </p:sp>
    </p:spTree>
    <p:extLst>
      <p:ext uri="{BB962C8B-B14F-4D97-AF65-F5344CB8AC3E}">
        <p14:creationId xmlns:p14="http://schemas.microsoft.com/office/powerpoint/2010/main" val="13189880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Image 0" descr="preencoded.png">
            <a:extLst>
              <a:ext uri="{FF2B5EF4-FFF2-40B4-BE49-F238E27FC236}">
                <a16:creationId xmlns:a16="http://schemas.microsoft.com/office/drawing/2014/main" id="{18C27A0B-0C02-06E3-8389-9C46C1C0C084}"/>
              </a:ext>
            </a:extLst>
          </p:cNvPr>
          <p:cNvPicPr>
            <a:picLocks noChangeAspect="1"/>
          </p:cNvPicPr>
          <p:nvPr/>
        </p:nvPicPr>
        <p:blipFill>
          <a:blip r:embed="rId2">
            <a:alphaModFix amt="30000"/>
          </a:blip>
          <a:stretch>
            <a:fillRect/>
          </a:stretch>
        </p:blipFill>
        <p:spPr>
          <a:xfrm>
            <a:off x="1211580" y="1177290"/>
            <a:ext cx="4572000" cy="5143500"/>
          </a:xfrm>
          <a:prstGeom prst="rect">
            <a:avLst/>
          </a:prstGeom>
        </p:spPr>
      </p:pic>
      <p:pic>
        <p:nvPicPr>
          <p:cNvPr id="4" name="Image 1" descr="preencoded.png">
            <a:extLst>
              <a:ext uri="{FF2B5EF4-FFF2-40B4-BE49-F238E27FC236}">
                <a16:creationId xmlns:a16="http://schemas.microsoft.com/office/drawing/2014/main" id="{D281011A-2BB8-39AD-D89E-DB95E090AD24}"/>
              </a:ext>
            </a:extLst>
          </p:cNvPr>
          <p:cNvPicPr>
            <a:picLocks noChangeAspect="1"/>
          </p:cNvPicPr>
          <p:nvPr/>
        </p:nvPicPr>
        <p:blipFill>
          <a:blip r:embed="rId2">
            <a:alphaModFix amt="30000"/>
          </a:blip>
          <a:stretch>
            <a:fillRect/>
          </a:stretch>
        </p:blipFill>
        <p:spPr>
          <a:xfrm>
            <a:off x="5486400" y="0"/>
            <a:ext cx="4572000" cy="5143500"/>
          </a:xfrm>
          <a:prstGeom prst="rect">
            <a:avLst/>
          </a:prstGeom>
        </p:spPr>
      </p:pic>
      <p:sp>
        <p:nvSpPr>
          <p:cNvPr id="8" name="Text 2">
            <a:extLst>
              <a:ext uri="{FF2B5EF4-FFF2-40B4-BE49-F238E27FC236}">
                <a16:creationId xmlns:a16="http://schemas.microsoft.com/office/drawing/2014/main" id="{6F230E1A-1BDC-726D-C667-32B84A502E48}"/>
              </a:ext>
            </a:extLst>
          </p:cNvPr>
          <p:cNvSpPr/>
          <p:nvPr/>
        </p:nvSpPr>
        <p:spPr>
          <a:xfrm>
            <a:off x="1371600" y="1389888"/>
            <a:ext cx="6400800" cy="365760"/>
          </a:xfrm>
          <a:prstGeom prst="rect">
            <a:avLst/>
          </a:prstGeom>
          <a:noFill/>
          <a:ln/>
        </p:spPr>
        <p:txBody>
          <a:bodyPr wrap="square" rtlCol="0" anchor="ctr"/>
          <a:lstStyle/>
          <a:p>
            <a:pPr marL="0" indent="0" algn="ctr">
              <a:buNone/>
            </a:pPr>
            <a:r>
              <a:rPr lang="en-US" sz="1400" b="1" kern="0" spc="800" dirty="0">
                <a:solidFill>
                  <a:srgbClr val="FFFFFF"/>
                </a:solidFill>
                <a:latin typeface="Trebuchet MS" pitchFamily="34" charset="0"/>
                <a:ea typeface="Trebuchet MS" pitchFamily="34" charset="-122"/>
                <a:cs typeface="Trebuchet MS" pitchFamily="34" charset="-120"/>
              </a:rPr>
              <a:t>ACTUS INSURANCE MODELING</a:t>
            </a:r>
            <a:endParaRPr lang="en-US" sz="1400" dirty="0"/>
          </a:p>
        </p:txBody>
      </p:sp>
      <p:sp>
        <p:nvSpPr>
          <p:cNvPr id="9" name="Text 3">
            <a:extLst>
              <a:ext uri="{FF2B5EF4-FFF2-40B4-BE49-F238E27FC236}">
                <a16:creationId xmlns:a16="http://schemas.microsoft.com/office/drawing/2014/main" id="{E5E987AC-6A42-B432-2E05-91FF5928855C}"/>
              </a:ext>
            </a:extLst>
          </p:cNvPr>
          <p:cNvSpPr/>
          <p:nvPr/>
        </p:nvSpPr>
        <p:spPr>
          <a:xfrm>
            <a:off x="1371600" y="1737360"/>
            <a:ext cx="6400800" cy="274320"/>
          </a:xfrm>
          <a:prstGeom prst="rect">
            <a:avLst/>
          </a:prstGeom>
          <a:noFill/>
          <a:ln/>
        </p:spPr>
        <p:txBody>
          <a:bodyPr wrap="square" rtlCol="0" anchor="ctr"/>
          <a:lstStyle/>
          <a:p>
            <a:pPr marL="0" indent="0" algn="ctr">
              <a:buNone/>
            </a:pPr>
            <a:r>
              <a:rPr lang="en-US" sz="1100" dirty="0">
                <a:solidFill>
                  <a:srgbClr val="8FAAB8"/>
                </a:solidFill>
                <a:latin typeface="13" pitchFamily="34" charset="0"/>
                <a:ea typeface="13" pitchFamily="34" charset="-122"/>
                <a:cs typeface="13" pitchFamily="34" charset="-120"/>
              </a:rPr>
              <a:t>Algorithmic Contract Modeling Platform</a:t>
            </a:r>
            <a:endParaRPr lang="en-US" sz="1100" dirty="0"/>
          </a:p>
        </p:txBody>
      </p:sp>
      <p:sp>
        <p:nvSpPr>
          <p:cNvPr id="10" name="Shape 4">
            <a:extLst>
              <a:ext uri="{FF2B5EF4-FFF2-40B4-BE49-F238E27FC236}">
                <a16:creationId xmlns:a16="http://schemas.microsoft.com/office/drawing/2014/main" id="{A4DA419C-0703-8097-ECD7-9AB6C21780DC}"/>
              </a:ext>
            </a:extLst>
          </p:cNvPr>
          <p:cNvSpPr/>
          <p:nvPr/>
        </p:nvSpPr>
        <p:spPr>
          <a:xfrm>
            <a:off x="3200400" y="2121408"/>
            <a:ext cx="2743200" cy="27432"/>
          </a:xfrm>
          <a:prstGeom prst="rect">
            <a:avLst/>
          </a:prstGeom>
          <a:solidFill>
            <a:srgbClr val="D4891A"/>
          </a:solidFill>
          <a:ln/>
        </p:spPr>
        <p:txBody>
          <a:bodyPr/>
          <a:lstStyle/>
          <a:p>
            <a:endParaRPr lang="en-NL"/>
          </a:p>
        </p:txBody>
      </p:sp>
      <p:sp>
        <p:nvSpPr>
          <p:cNvPr id="11" name="Text 5">
            <a:extLst>
              <a:ext uri="{FF2B5EF4-FFF2-40B4-BE49-F238E27FC236}">
                <a16:creationId xmlns:a16="http://schemas.microsoft.com/office/drawing/2014/main" id="{AE84FDCB-0DFB-9165-7B84-A227942EECC4}"/>
              </a:ext>
            </a:extLst>
          </p:cNvPr>
          <p:cNvSpPr/>
          <p:nvPr/>
        </p:nvSpPr>
        <p:spPr>
          <a:xfrm>
            <a:off x="4343400" y="1975104"/>
            <a:ext cx="457200" cy="457200"/>
          </a:xfrm>
          <a:prstGeom prst="rect">
            <a:avLst/>
          </a:prstGeom>
          <a:noFill/>
          <a:ln/>
        </p:spPr>
        <p:txBody>
          <a:bodyPr wrap="square" rtlCol="0" anchor="ctr"/>
          <a:lstStyle/>
          <a:p>
            <a:pPr marL="0" indent="0" algn="ctr">
              <a:buNone/>
            </a:pPr>
            <a:r>
              <a:rPr lang="en-US" sz="1600" dirty="0">
                <a:solidFill>
                  <a:srgbClr val="D4891A"/>
                </a:solidFill>
              </a:rPr>
              <a:t>◆</a:t>
            </a:r>
            <a:endParaRPr lang="en-US" sz="1600" dirty="0"/>
          </a:p>
        </p:txBody>
      </p:sp>
      <p:sp>
        <p:nvSpPr>
          <p:cNvPr id="12" name="Text 6">
            <a:extLst>
              <a:ext uri="{FF2B5EF4-FFF2-40B4-BE49-F238E27FC236}">
                <a16:creationId xmlns:a16="http://schemas.microsoft.com/office/drawing/2014/main" id="{7F3A4BAB-C0CF-1A4D-E123-734DAEDFE5C6}"/>
              </a:ext>
            </a:extLst>
          </p:cNvPr>
          <p:cNvSpPr/>
          <p:nvPr/>
        </p:nvSpPr>
        <p:spPr>
          <a:xfrm>
            <a:off x="914400" y="2231136"/>
            <a:ext cx="7315200" cy="411480"/>
          </a:xfrm>
          <a:prstGeom prst="rect">
            <a:avLst/>
          </a:prstGeom>
          <a:noFill/>
          <a:ln/>
        </p:spPr>
        <p:txBody>
          <a:bodyPr wrap="square" rtlCol="0" anchor="ctr"/>
          <a:lstStyle/>
          <a:p>
            <a:pPr marL="0" indent="0" algn="ctr">
              <a:buNone/>
            </a:pPr>
            <a:r>
              <a:rPr lang="en-US" sz="1600" kern="0" spc="200" dirty="0">
                <a:solidFill>
                  <a:srgbClr val="8FAAB8"/>
                </a:solidFill>
                <a:latin typeface="Trebuchet MS" pitchFamily="34" charset="0"/>
                <a:ea typeface="Trebuchet MS" pitchFamily="34" charset="-122"/>
                <a:cs typeface="Trebuchet MS" pitchFamily="34" charset="-120"/>
              </a:rPr>
              <a:t>The Future of Insurance Analytics</a:t>
            </a:r>
            <a:endParaRPr lang="en-US" sz="1600" dirty="0"/>
          </a:p>
        </p:txBody>
      </p:sp>
      <p:sp>
        <p:nvSpPr>
          <p:cNvPr id="13" name="Text 7">
            <a:extLst>
              <a:ext uri="{FF2B5EF4-FFF2-40B4-BE49-F238E27FC236}">
                <a16:creationId xmlns:a16="http://schemas.microsoft.com/office/drawing/2014/main" id="{B0460D88-B563-C573-057C-5660A0D87263}"/>
              </a:ext>
            </a:extLst>
          </p:cNvPr>
          <p:cNvSpPr/>
          <p:nvPr/>
        </p:nvSpPr>
        <p:spPr>
          <a:xfrm>
            <a:off x="457200" y="2633472"/>
            <a:ext cx="8229600" cy="548640"/>
          </a:xfrm>
          <a:prstGeom prst="rect">
            <a:avLst/>
          </a:prstGeom>
          <a:noFill/>
          <a:ln/>
        </p:spPr>
        <p:txBody>
          <a:bodyPr wrap="square" rtlCol="0" anchor="ctr"/>
          <a:lstStyle/>
          <a:p>
            <a:pPr marL="0" indent="0" algn="ctr">
              <a:buNone/>
            </a:pPr>
            <a:r>
              <a:rPr lang="en-US" sz="2800" b="1" dirty="0">
                <a:solidFill>
                  <a:srgbClr val="FFFFFF"/>
                </a:solidFill>
                <a:latin typeface="Trebuchet MS" pitchFamily="34" charset="0"/>
                <a:ea typeface="Trebuchet MS" pitchFamily="34" charset="-122"/>
                <a:cs typeface="Trebuchet MS" pitchFamily="34" charset="-120"/>
              </a:rPr>
              <a:t>Deterministic. Parallel. Standard.</a:t>
            </a:r>
            <a:endParaRPr lang="en-US" sz="2800" dirty="0"/>
          </a:p>
        </p:txBody>
      </p:sp>
      <p:sp>
        <p:nvSpPr>
          <p:cNvPr id="14" name="Shape 8">
            <a:extLst>
              <a:ext uri="{FF2B5EF4-FFF2-40B4-BE49-F238E27FC236}">
                <a16:creationId xmlns:a16="http://schemas.microsoft.com/office/drawing/2014/main" id="{24D6EBF7-4493-463F-02D2-43F4DF600C6E}"/>
              </a:ext>
            </a:extLst>
          </p:cNvPr>
          <p:cNvSpPr/>
          <p:nvPr/>
        </p:nvSpPr>
        <p:spPr>
          <a:xfrm>
            <a:off x="548640" y="3291840"/>
            <a:ext cx="2468880" cy="1234440"/>
          </a:xfrm>
          <a:prstGeom prst="rect">
            <a:avLst/>
          </a:prstGeom>
          <a:solidFill>
            <a:srgbClr val="243344"/>
          </a:solidFill>
          <a:ln/>
          <a:effectLst>
            <a:outerShdw blurRad="127000" dist="38100" dir="8100000" algn="bl" rotWithShape="0">
              <a:srgbClr val="000000">
                <a:alpha val="12000"/>
              </a:srgbClr>
            </a:outerShdw>
          </a:effectLst>
        </p:spPr>
        <p:txBody>
          <a:bodyPr/>
          <a:lstStyle/>
          <a:p>
            <a:endParaRPr lang="en-NL"/>
          </a:p>
        </p:txBody>
      </p:sp>
      <p:sp>
        <p:nvSpPr>
          <p:cNvPr id="15" name="Shape 9">
            <a:extLst>
              <a:ext uri="{FF2B5EF4-FFF2-40B4-BE49-F238E27FC236}">
                <a16:creationId xmlns:a16="http://schemas.microsoft.com/office/drawing/2014/main" id="{92878CDC-D715-24DE-3733-792C88F1F49A}"/>
              </a:ext>
            </a:extLst>
          </p:cNvPr>
          <p:cNvSpPr/>
          <p:nvPr/>
        </p:nvSpPr>
        <p:spPr>
          <a:xfrm>
            <a:off x="548640" y="3291840"/>
            <a:ext cx="2468880" cy="36576"/>
          </a:xfrm>
          <a:prstGeom prst="rect">
            <a:avLst/>
          </a:prstGeom>
          <a:solidFill>
            <a:srgbClr val="D4891A"/>
          </a:solidFill>
          <a:ln/>
        </p:spPr>
        <p:txBody>
          <a:bodyPr/>
          <a:lstStyle/>
          <a:p>
            <a:endParaRPr lang="en-NL"/>
          </a:p>
        </p:txBody>
      </p:sp>
      <p:sp>
        <p:nvSpPr>
          <p:cNvPr id="16" name="Text 10">
            <a:extLst>
              <a:ext uri="{FF2B5EF4-FFF2-40B4-BE49-F238E27FC236}">
                <a16:creationId xmlns:a16="http://schemas.microsoft.com/office/drawing/2014/main" id="{DB2B88BA-D61D-8F0A-AB8F-3A280DD5FC20}"/>
              </a:ext>
            </a:extLst>
          </p:cNvPr>
          <p:cNvSpPr/>
          <p:nvPr/>
        </p:nvSpPr>
        <p:spPr>
          <a:xfrm>
            <a:off x="548640" y="3401568"/>
            <a:ext cx="2468880" cy="347472"/>
          </a:xfrm>
          <a:prstGeom prst="rect">
            <a:avLst/>
          </a:prstGeom>
          <a:noFill/>
          <a:ln/>
        </p:spPr>
        <p:txBody>
          <a:bodyPr wrap="square"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Open Standard</a:t>
            </a:r>
            <a:endParaRPr lang="en-US" sz="1400" dirty="0"/>
          </a:p>
        </p:txBody>
      </p:sp>
      <p:sp>
        <p:nvSpPr>
          <p:cNvPr id="17" name="Text 11">
            <a:extLst>
              <a:ext uri="{FF2B5EF4-FFF2-40B4-BE49-F238E27FC236}">
                <a16:creationId xmlns:a16="http://schemas.microsoft.com/office/drawing/2014/main" id="{C99082C7-B8CD-7C0E-697E-A4D20FD2C62B}"/>
              </a:ext>
            </a:extLst>
          </p:cNvPr>
          <p:cNvSpPr/>
          <p:nvPr/>
        </p:nvSpPr>
        <p:spPr>
          <a:xfrm>
            <a:off x="640080" y="3794760"/>
            <a:ext cx="2286000" cy="594360"/>
          </a:xfrm>
          <a:prstGeom prst="rect">
            <a:avLst/>
          </a:prstGeom>
          <a:noFill/>
          <a:ln/>
        </p:spPr>
        <p:txBody>
          <a:bodyPr wrap="square" rtlCol="0" anchor="ctr"/>
          <a:lstStyle/>
          <a:p>
            <a:pPr marL="0" indent="0" algn="ctr">
              <a:lnSpc>
                <a:spcPct val="130000"/>
              </a:lnSpc>
              <a:buNone/>
            </a:pPr>
            <a:r>
              <a:rPr lang="en-US" sz="1000" dirty="0">
                <a:solidFill>
                  <a:srgbClr val="8FAAB8"/>
                </a:solidFill>
              </a:rPr>
              <a:t>ACTUS compliance &amp; interoperability</a:t>
            </a:r>
            <a:endParaRPr lang="en-US" sz="1000" dirty="0"/>
          </a:p>
        </p:txBody>
      </p:sp>
      <p:sp>
        <p:nvSpPr>
          <p:cNvPr id="18" name="Shape 12">
            <a:extLst>
              <a:ext uri="{FF2B5EF4-FFF2-40B4-BE49-F238E27FC236}">
                <a16:creationId xmlns:a16="http://schemas.microsoft.com/office/drawing/2014/main" id="{46CAE48C-4FA7-4ACB-2022-D37697A554F4}"/>
              </a:ext>
            </a:extLst>
          </p:cNvPr>
          <p:cNvSpPr/>
          <p:nvPr/>
        </p:nvSpPr>
        <p:spPr>
          <a:xfrm>
            <a:off x="3291840" y="3291840"/>
            <a:ext cx="2468880" cy="1234440"/>
          </a:xfrm>
          <a:prstGeom prst="rect">
            <a:avLst/>
          </a:prstGeom>
          <a:solidFill>
            <a:srgbClr val="243344"/>
          </a:solidFill>
          <a:ln/>
          <a:effectLst>
            <a:outerShdw blurRad="127000" dist="38100" dir="8100000" algn="bl" rotWithShape="0">
              <a:srgbClr val="000000">
                <a:alpha val="12000"/>
              </a:srgbClr>
            </a:outerShdw>
          </a:effectLst>
        </p:spPr>
        <p:txBody>
          <a:bodyPr/>
          <a:lstStyle/>
          <a:p>
            <a:endParaRPr lang="en-NL"/>
          </a:p>
        </p:txBody>
      </p:sp>
      <p:sp>
        <p:nvSpPr>
          <p:cNvPr id="19" name="Shape 13">
            <a:extLst>
              <a:ext uri="{FF2B5EF4-FFF2-40B4-BE49-F238E27FC236}">
                <a16:creationId xmlns:a16="http://schemas.microsoft.com/office/drawing/2014/main" id="{97DE65D1-2961-D7DF-293E-4BE9A931D89E}"/>
              </a:ext>
            </a:extLst>
          </p:cNvPr>
          <p:cNvSpPr/>
          <p:nvPr/>
        </p:nvSpPr>
        <p:spPr>
          <a:xfrm>
            <a:off x="3291840" y="3291840"/>
            <a:ext cx="2468880" cy="36576"/>
          </a:xfrm>
          <a:prstGeom prst="rect">
            <a:avLst/>
          </a:prstGeom>
          <a:solidFill>
            <a:srgbClr val="D4891A"/>
          </a:solidFill>
          <a:ln/>
        </p:spPr>
        <p:txBody>
          <a:bodyPr/>
          <a:lstStyle/>
          <a:p>
            <a:endParaRPr lang="en-NL"/>
          </a:p>
        </p:txBody>
      </p:sp>
      <p:sp>
        <p:nvSpPr>
          <p:cNvPr id="20" name="Text 14">
            <a:extLst>
              <a:ext uri="{FF2B5EF4-FFF2-40B4-BE49-F238E27FC236}">
                <a16:creationId xmlns:a16="http://schemas.microsoft.com/office/drawing/2014/main" id="{CD80A2E0-5F54-F50E-043F-9497E97F8FD3}"/>
              </a:ext>
            </a:extLst>
          </p:cNvPr>
          <p:cNvSpPr/>
          <p:nvPr/>
        </p:nvSpPr>
        <p:spPr>
          <a:xfrm>
            <a:off x="3291840" y="3401568"/>
            <a:ext cx="2468880" cy="347472"/>
          </a:xfrm>
          <a:prstGeom prst="rect">
            <a:avLst/>
          </a:prstGeom>
          <a:noFill/>
          <a:ln/>
        </p:spPr>
        <p:txBody>
          <a:bodyPr wrap="square"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GPU Native</a:t>
            </a:r>
            <a:endParaRPr lang="en-US" sz="1400" dirty="0"/>
          </a:p>
        </p:txBody>
      </p:sp>
      <p:sp>
        <p:nvSpPr>
          <p:cNvPr id="21" name="Text 15">
            <a:extLst>
              <a:ext uri="{FF2B5EF4-FFF2-40B4-BE49-F238E27FC236}">
                <a16:creationId xmlns:a16="http://schemas.microsoft.com/office/drawing/2014/main" id="{8B096667-88B5-F075-D70C-653B6CFC4E41}"/>
              </a:ext>
            </a:extLst>
          </p:cNvPr>
          <p:cNvSpPr/>
          <p:nvPr/>
        </p:nvSpPr>
        <p:spPr>
          <a:xfrm>
            <a:off x="3383280" y="3794760"/>
            <a:ext cx="2286000" cy="594360"/>
          </a:xfrm>
          <a:prstGeom prst="rect">
            <a:avLst/>
          </a:prstGeom>
          <a:noFill/>
          <a:ln/>
        </p:spPr>
        <p:txBody>
          <a:bodyPr wrap="square" rtlCol="0" anchor="ctr"/>
          <a:lstStyle/>
          <a:p>
            <a:pPr marL="0" indent="0" algn="ctr">
              <a:lnSpc>
                <a:spcPct val="130000"/>
              </a:lnSpc>
              <a:buNone/>
            </a:pPr>
            <a:r>
              <a:rPr lang="en-US" sz="1000" dirty="0">
                <a:solidFill>
                  <a:srgbClr val="8FAAB8"/>
                </a:solidFill>
              </a:rPr>
              <a:t>Real-time actuarial scale</a:t>
            </a:r>
            <a:endParaRPr lang="en-US" sz="1000" dirty="0"/>
          </a:p>
        </p:txBody>
      </p:sp>
      <p:sp>
        <p:nvSpPr>
          <p:cNvPr id="22" name="Shape 16">
            <a:extLst>
              <a:ext uri="{FF2B5EF4-FFF2-40B4-BE49-F238E27FC236}">
                <a16:creationId xmlns:a16="http://schemas.microsoft.com/office/drawing/2014/main" id="{4D109087-B100-8A0C-40BE-E9C51BE6E3B9}"/>
              </a:ext>
            </a:extLst>
          </p:cNvPr>
          <p:cNvSpPr/>
          <p:nvPr/>
        </p:nvSpPr>
        <p:spPr>
          <a:xfrm>
            <a:off x="6035040" y="3291840"/>
            <a:ext cx="2468880" cy="1234440"/>
          </a:xfrm>
          <a:prstGeom prst="rect">
            <a:avLst/>
          </a:prstGeom>
          <a:solidFill>
            <a:srgbClr val="243344"/>
          </a:solidFill>
          <a:ln/>
          <a:effectLst>
            <a:outerShdw blurRad="127000" dist="38100" dir="8100000" algn="bl" rotWithShape="0">
              <a:srgbClr val="000000">
                <a:alpha val="12000"/>
              </a:srgbClr>
            </a:outerShdw>
          </a:effectLst>
        </p:spPr>
        <p:txBody>
          <a:bodyPr/>
          <a:lstStyle/>
          <a:p>
            <a:endParaRPr lang="en-NL"/>
          </a:p>
        </p:txBody>
      </p:sp>
      <p:sp>
        <p:nvSpPr>
          <p:cNvPr id="23" name="Shape 17">
            <a:extLst>
              <a:ext uri="{FF2B5EF4-FFF2-40B4-BE49-F238E27FC236}">
                <a16:creationId xmlns:a16="http://schemas.microsoft.com/office/drawing/2014/main" id="{22635E81-05DF-AF49-2B95-D90D7B9EA59E}"/>
              </a:ext>
            </a:extLst>
          </p:cNvPr>
          <p:cNvSpPr/>
          <p:nvPr/>
        </p:nvSpPr>
        <p:spPr>
          <a:xfrm>
            <a:off x="6035040" y="3291840"/>
            <a:ext cx="2468880" cy="36576"/>
          </a:xfrm>
          <a:prstGeom prst="rect">
            <a:avLst/>
          </a:prstGeom>
          <a:solidFill>
            <a:srgbClr val="D4891A"/>
          </a:solidFill>
          <a:ln/>
        </p:spPr>
        <p:txBody>
          <a:bodyPr/>
          <a:lstStyle/>
          <a:p>
            <a:endParaRPr lang="en-NL"/>
          </a:p>
        </p:txBody>
      </p:sp>
      <p:sp>
        <p:nvSpPr>
          <p:cNvPr id="24" name="Text 18">
            <a:extLst>
              <a:ext uri="{FF2B5EF4-FFF2-40B4-BE49-F238E27FC236}">
                <a16:creationId xmlns:a16="http://schemas.microsoft.com/office/drawing/2014/main" id="{C0D1D683-054E-C508-CD65-CD9D4905FFB9}"/>
              </a:ext>
            </a:extLst>
          </p:cNvPr>
          <p:cNvSpPr/>
          <p:nvPr/>
        </p:nvSpPr>
        <p:spPr>
          <a:xfrm>
            <a:off x="6035040" y="3401568"/>
            <a:ext cx="2468880" cy="347472"/>
          </a:xfrm>
          <a:prstGeom prst="rect">
            <a:avLst/>
          </a:prstGeom>
          <a:noFill/>
          <a:ln/>
        </p:spPr>
        <p:txBody>
          <a:bodyPr wrap="square"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Insurance-First</a:t>
            </a:r>
            <a:endParaRPr lang="en-US" sz="1400" dirty="0"/>
          </a:p>
        </p:txBody>
      </p:sp>
      <p:sp>
        <p:nvSpPr>
          <p:cNvPr id="25" name="Text 19">
            <a:extLst>
              <a:ext uri="{FF2B5EF4-FFF2-40B4-BE49-F238E27FC236}">
                <a16:creationId xmlns:a16="http://schemas.microsoft.com/office/drawing/2014/main" id="{C92DBA8C-6074-C8BC-D0DF-BE827DE045E9}"/>
              </a:ext>
            </a:extLst>
          </p:cNvPr>
          <p:cNvSpPr/>
          <p:nvPr/>
        </p:nvSpPr>
        <p:spPr>
          <a:xfrm>
            <a:off x="6126480" y="3794760"/>
            <a:ext cx="2286000" cy="594360"/>
          </a:xfrm>
          <a:prstGeom prst="rect">
            <a:avLst/>
          </a:prstGeom>
          <a:noFill/>
          <a:ln/>
        </p:spPr>
        <p:txBody>
          <a:bodyPr wrap="square" rtlCol="0" anchor="ctr"/>
          <a:lstStyle/>
          <a:p>
            <a:pPr marL="0" indent="0" algn="ctr">
              <a:lnSpc>
                <a:spcPct val="130000"/>
              </a:lnSpc>
              <a:buNone/>
            </a:pPr>
            <a:r>
              <a:rPr lang="en-US" sz="1000" dirty="0">
                <a:solidFill>
                  <a:srgbClr val="8FAAB8"/>
                </a:solidFill>
              </a:rPr>
              <a:t>New contract types for the industry</a:t>
            </a:r>
            <a:endParaRPr lang="en-US" sz="1000" dirty="0"/>
          </a:p>
        </p:txBody>
      </p:sp>
    </p:spTree>
    <p:extLst>
      <p:ext uri="{BB962C8B-B14F-4D97-AF65-F5344CB8AC3E}">
        <p14:creationId xmlns:p14="http://schemas.microsoft.com/office/powerpoint/2010/main" val="39999204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6F7E7BF-045C-F121-4321-8294ABFF6088}"/>
              </a:ext>
            </a:extLst>
          </p:cNvPr>
          <p:cNvSpPr>
            <a:spLocks noGrp="1"/>
          </p:cNvSpPr>
          <p:nvPr>
            <p:ph type="title"/>
          </p:nvPr>
        </p:nvSpPr>
        <p:spPr/>
        <p:txBody>
          <a:bodyPr/>
          <a:lstStyle/>
          <a:p>
            <a:endParaRPr lang="en-NL"/>
          </a:p>
        </p:txBody>
      </p:sp>
      <p:grpSp>
        <p:nvGrpSpPr>
          <p:cNvPr id="3" name="Groep 2">
            <a:extLst>
              <a:ext uri="{FF2B5EF4-FFF2-40B4-BE49-F238E27FC236}">
                <a16:creationId xmlns:a16="http://schemas.microsoft.com/office/drawing/2014/main" id="{BC61482A-C715-F2E8-5C68-5CB30233F4FB}"/>
              </a:ext>
            </a:extLst>
          </p:cNvPr>
          <p:cNvGrpSpPr/>
          <p:nvPr/>
        </p:nvGrpSpPr>
        <p:grpSpPr>
          <a:xfrm>
            <a:off x="585935" y="1678512"/>
            <a:ext cx="2468880" cy="2122843"/>
            <a:chOff x="5853953" y="1717637"/>
            <a:chExt cx="2239922" cy="2194560"/>
          </a:xfrm>
        </p:grpSpPr>
        <p:sp>
          <p:nvSpPr>
            <p:cNvPr id="4" name="Shape 4">
              <a:extLst>
                <a:ext uri="{FF2B5EF4-FFF2-40B4-BE49-F238E27FC236}">
                  <a16:creationId xmlns:a16="http://schemas.microsoft.com/office/drawing/2014/main" id="{EE52E488-91D9-6D5C-29A0-85B9D91EDF71}"/>
                </a:ext>
              </a:extLst>
            </p:cNvPr>
            <p:cNvSpPr/>
            <p:nvPr/>
          </p:nvSpPr>
          <p:spPr>
            <a:xfrm>
              <a:off x="5853953" y="1717637"/>
              <a:ext cx="2239922" cy="2194560"/>
            </a:xfrm>
            <a:prstGeom prst="rect">
              <a:avLst/>
            </a:prstGeom>
            <a:solidFill>
              <a:schemeClr val="tx2"/>
            </a:solidFill>
            <a:ln/>
            <a:effectLst>
              <a:outerShdw blurRad="127000" dist="38100" dir="8100000" algn="bl" rotWithShape="0">
                <a:srgbClr val="000000">
                  <a:alpha val="12000"/>
                </a:srgbClr>
              </a:outerShdw>
            </a:effectLst>
          </p:spPr>
          <p:txBody>
            <a:bodyPr/>
            <a:lstStyle/>
            <a:p>
              <a:endParaRPr lang="en-NL"/>
            </a:p>
          </p:txBody>
        </p:sp>
        <p:sp>
          <p:nvSpPr>
            <p:cNvPr id="5" name="Shape 5">
              <a:extLst>
                <a:ext uri="{FF2B5EF4-FFF2-40B4-BE49-F238E27FC236}">
                  <a16:creationId xmlns:a16="http://schemas.microsoft.com/office/drawing/2014/main" id="{36B2D9F4-68F9-28E9-AA77-139EACC5D6E9}"/>
                </a:ext>
              </a:extLst>
            </p:cNvPr>
            <p:cNvSpPr/>
            <p:nvPr/>
          </p:nvSpPr>
          <p:spPr>
            <a:xfrm>
              <a:off x="5853953" y="1717637"/>
              <a:ext cx="2239922" cy="36576"/>
            </a:xfrm>
            <a:prstGeom prst="rect">
              <a:avLst/>
            </a:prstGeom>
            <a:solidFill>
              <a:schemeClr val="accent1"/>
            </a:solidFill>
            <a:ln/>
          </p:spPr>
          <p:txBody>
            <a:bodyPr/>
            <a:lstStyle/>
            <a:p>
              <a:endParaRPr lang="en-NL"/>
            </a:p>
          </p:txBody>
        </p:sp>
        <p:sp>
          <p:nvSpPr>
            <p:cNvPr id="6" name="Text 6">
              <a:extLst>
                <a:ext uri="{FF2B5EF4-FFF2-40B4-BE49-F238E27FC236}">
                  <a16:creationId xmlns:a16="http://schemas.microsoft.com/office/drawing/2014/main" id="{AD0464D1-4715-694B-EE5F-DC455A29F79F}"/>
                </a:ext>
              </a:extLst>
            </p:cNvPr>
            <p:cNvSpPr/>
            <p:nvPr/>
          </p:nvSpPr>
          <p:spPr>
            <a:xfrm>
              <a:off x="5935438" y="1818221"/>
              <a:ext cx="2012133" cy="320040"/>
            </a:xfrm>
            <a:prstGeom prst="rect">
              <a:avLst/>
            </a:prstGeom>
            <a:noFill/>
            <a:ln/>
          </p:spPr>
          <p:txBody>
            <a:bodyPr wrap="square" rtlCol="0" anchor="ctr"/>
            <a:lstStyle/>
            <a:p>
              <a:r>
                <a:rPr lang="en-US" sz="1400" b="1" dirty="0">
                  <a:solidFill>
                    <a:schemeClr val="bg2"/>
                  </a:solidFill>
                  <a:ea typeface="Trebuchet MS" pitchFamily="34" charset="-122"/>
                  <a:cs typeface="Trebuchet MS" pitchFamily="34" charset="-120"/>
                </a:rPr>
                <a:t>Key Point 1</a:t>
              </a:r>
              <a:endParaRPr lang="en-US" sz="1400" dirty="0">
                <a:solidFill>
                  <a:schemeClr val="bg2"/>
                </a:solidFill>
              </a:endParaRPr>
            </a:p>
          </p:txBody>
        </p:sp>
        <p:sp>
          <p:nvSpPr>
            <p:cNvPr id="7" name="Text 7">
              <a:extLst>
                <a:ext uri="{FF2B5EF4-FFF2-40B4-BE49-F238E27FC236}">
                  <a16:creationId xmlns:a16="http://schemas.microsoft.com/office/drawing/2014/main" id="{06FB83A4-73B4-E383-E630-53BEDF27A9D7}"/>
                </a:ext>
              </a:extLst>
            </p:cNvPr>
            <p:cNvSpPr/>
            <p:nvPr/>
          </p:nvSpPr>
          <p:spPr>
            <a:xfrm>
              <a:off x="5935438" y="2174837"/>
              <a:ext cx="2012133" cy="822960"/>
            </a:xfrm>
            <a:prstGeom prst="rect">
              <a:avLst/>
            </a:prstGeom>
            <a:noFill/>
            <a:ln/>
          </p:spPr>
          <p:txBody>
            <a:bodyPr wrap="square" rtlCol="0" anchor="ctr"/>
            <a:lstStyle/>
            <a:p>
              <a:pPr>
                <a:lnSpc>
                  <a:spcPct val="140000"/>
                </a:lnSpc>
              </a:pPr>
              <a:r>
                <a:rPr lang="en-US" sz="1100" dirty="0">
                  <a:solidFill>
                    <a:schemeClr val="accent3"/>
                  </a:solidFill>
                </a:rPr>
                <a:t>Descriptive text supporting the main message with concise framing.</a:t>
              </a:r>
            </a:p>
          </p:txBody>
        </p:sp>
        <p:sp>
          <p:nvSpPr>
            <p:cNvPr id="8" name="Text 8">
              <a:extLst>
                <a:ext uri="{FF2B5EF4-FFF2-40B4-BE49-F238E27FC236}">
                  <a16:creationId xmlns:a16="http://schemas.microsoft.com/office/drawing/2014/main" id="{4A3FEA9D-1166-D604-731F-B8657E0A6472}"/>
                </a:ext>
              </a:extLst>
            </p:cNvPr>
            <p:cNvSpPr/>
            <p:nvPr/>
          </p:nvSpPr>
          <p:spPr>
            <a:xfrm>
              <a:off x="7265894" y="3454997"/>
              <a:ext cx="800549" cy="384048"/>
            </a:xfrm>
            <a:prstGeom prst="rect">
              <a:avLst/>
            </a:prstGeom>
            <a:noFill/>
            <a:ln/>
          </p:spPr>
          <p:txBody>
            <a:bodyPr wrap="square" rtlCol="0" anchor="ctr"/>
            <a:lstStyle/>
            <a:p>
              <a:pPr algn="r"/>
              <a:r>
                <a:rPr lang="en-US" sz="2800" b="1" dirty="0">
                  <a:solidFill>
                    <a:schemeClr val="accent1"/>
                  </a:solidFill>
                </a:rPr>
                <a:t>01</a:t>
              </a:r>
              <a:endParaRPr lang="en-US" sz="2800" dirty="0">
                <a:solidFill>
                  <a:schemeClr val="accent1"/>
                </a:solidFill>
              </a:endParaRPr>
            </a:p>
          </p:txBody>
        </p:sp>
      </p:grpSp>
      <p:grpSp>
        <p:nvGrpSpPr>
          <p:cNvPr id="9" name="Groep 8">
            <a:extLst>
              <a:ext uri="{FF2B5EF4-FFF2-40B4-BE49-F238E27FC236}">
                <a16:creationId xmlns:a16="http://schemas.microsoft.com/office/drawing/2014/main" id="{32DA0382-E615-6DEA-EE66-C456972C26B0}"/>
              </a:ext>
            </a:extLst>
          </p:cNvPr>
          <p:cNvGrpSpPr/>
          <p:nvPr/>
        </p:nvGrpSpPr>
        <p:grpSpPr>
          <a:xfrm>
            <a:off x="6052741" y="1678512"/>
            <a:ext cx="2468880" cy="2122843"/>
            <a:chOff x="5853953" y="1717637"/>
            <a:chExt cx="2239922" cy="2194560"/>
          </a:xfrm>
        </p:grpSpPr>
        <p:sp>
          <p:nvSpPr>
            <p:cNvPr id="10" name="Shape 4">
              <a:extLst>
                <a:ext uri="{FF2B5EF4-FFF2-40B4-BE49-F238E27FC236}">
                  <a16:creationId xmlns:a16="http://schemas.microsoft.com/office/drawing/2014/main" id="{D173AC58-F3AA-34B7-98A8-4D2E005EACF4}"/>
                </a:ext>
              </a:extLst>
            </p:cNvPr>
            <p:cNvSpPr/>
            <p:nvPr/>
          </p:nvSpPr>
          <p:spPr>
            <a:xfrm>
              <a:off x="5853953" y="1717637"/>
              <a:ext cx="2239922" cy="2194560"/>
            </a:xfrm>
            <a:prstGeom prst="rect">
              <a:avLst/>
            </a:prstGeom>
            <a:solidFill>
              <a:schemeClr val="tx2"/>
            </a:solidFill>
            <a:ln/>
            <a:effectLst>
              <a:outerShdw blurRad="127000" dist="38100" dir="8100000" algn="bl" rotWithShape="0">
                <a:srgbClr val="000000">
                  <a:alpha val="12000"/>
                </a:srgbClr>
              </a:outerShdw>
            </a:effectLst>
          </p:spPr>
          <p:txBody>
            <a:bodyPr/>
            <a:lstStyle/>
            <a:p>
              <a:endParaRPr lang="en-NL"/>
            </a:p>
          </p:txBody>
        </p:sp>
        <p:sp>
          <p:nvSpPr>
            <p:cNvPr id="11" name="Shape 5">
              <a:extLst>
                <a:ext uri="{FF2B5EF4-FFF2-40B4-BE49-F238E27FC236}">
                  <a16:creationId xmlns:a16="http://schemas.microsoft.com/office/drawing/2014/main" id="{636F78F1-764A-C57C-6BCE-930BBE973EC4}"/>
                </a:ext>
              </a:extLst>
            </p:cNvPr>
            <p:cNvSpPr/>
            <p:nvPr/>
          </p:nvSpPr>
          <p:spPr>
            <a:xfrm>
              <a:off x="5853953" y="1717637"/>
              <a:ext cx="2239922" cy="36576"/>
            </a:xfrm>
            <a:prstGeom prst="rect">
              <a:avLst/>
            </a:prstGeom>
            <a:solidFill>
              <a:schemeClr val="accent1"/>
            </a:solidFill>
            <a:ln/>
          </p:spPr>
          <p:txBody>
            <a:bodyPr/>
            <a:lstStyle/>
            <a:p>
              <a:endParaRPr lang="en-NL"/>
            </a:p>
          </p:txBody>
        </p:sp>
        <p:sp>
          <p:nvSpPr>
            <p:cNvPr id="12" name="Text 6">
              <a:extLst>
                <a:ext uri="{FF2B5EF4-FFF2-40B4-BE49-F238E27FC236}">
                  <a16:creationId xmlns:a16="http://schemas.microsoft.com/office/drawing/2014/main" id="{D0F7B540-3E1F-D0CA-6040-1E6621FA6990}"/>
                </a:ext>
              </a:extLst>
            </p:cNvPr>
            <p:cNvSpPr/>
            <p:nvPr/>
          </p:nvSpPr>
          <p:spPr>
            <a:xfrm>
              <a:off x="5935438" y="1818221"/>
              <a:ext cx="2012133" cy="320040"/>
            </a:xfrm>
            <a:prstGeom prst="rect">
              <a:avLst/>
            </a:prstGeom>
            <a:noFill/>
            <a:ln/>
          </p:spPr>
          <p:txBody>
            <a:bodyPr wrap="square" rtlCol="0" anchor="ctr"/>
            <a:lstStyle/>
            <a:p>
              <a:r>
                <a:rPr lang="en-US" sz="1400" b="1" dirty="0">
                  <a:solidFill>
                    <a:schemeClr val="bg2"/>
                  </a:solidFill>
                  <a:ea typeface="Trebuchet MS" pitchFamily="34" charset="-122"/>
                  <a:cs typeface="Trebuchet MS" pitchFamily="34" charset="-120"/>
                </a:rPr>
                <a:t>Key Point 1</a:t>
              </a:r>
              <a:endParaRPr lang="en-US" sz="1400" dirty="0">
                <a:solidFill>
                  <a:schemeClr val="bg2"/>
                </a:solidFill>
              </a:endParaRPr>
            </a:p>
          </p:txBody>
        </p:sp>
        <p:sp>
          <p:nvSpPr>
            <p:cNvPr id="13" name="Text 7">
              <a:extLst>
                <a:ext uri="{FF2B5EF4-FFF2-40B4-BE49-F238E27FC236}">
                  <a16:creationId xmlns:a16="http://schemas.microsoft.com/office/drawing/2014/main" id="{5949FAC9-BFCA-D825-91BD-5A71D65A2293}"/>
                </a:ext>
              </a:extLst>
            </p:cNvPr>
            <p:cNvSpPr/>
            <p:nvPr/>
          </p:nvSpPr>
          <p:spPr>
            <a:xfrm>
              <a:off x="5935438" y="2174837"/>
              <a:ext cx="2012133" cy="822960"/>
            </a:xfrm>
            <a:prstGeom prst="rect">
              <a:avLst/>
            </a:prstGeom>
            <a:noFill/>
            <a:ln/>
          </p:spPr>
          <p:txBody>
            <a:bodyPr wrap="square" rtlCol="0" anchor="ctr"/>
            <a:lstStyle/>
            <a:p>
              <a:pPr>
                <a:lnSpc>
                  <a:spcPct val="140000"/>
                </a:lnSpc>
              </a:pPr>
              <a:r>
                <a:rPr lang="en-US" sz="1100" dirty="0">
                  <a:solidFill>
                    <a:schemeClr val="accent3"/>
                  </a:solidFill>
                </a:rPr>
                <a:t>Descriptive text supporting the main message with concise framing.</a:t>
              </a:r>
            </a:p>
          </p:txBody>
        </p:sp>
        <p:sp>
          <p:nvSpPr>
            <p:cNvPr id="14" name="Text 8">
              <a:extLst>
                <a:ext uri="{FF2B5EF4-FFF2-40B4-BE49-F238E27FC236}">
                  <a16:creationId xmlns:a16="http://schemas.microsoft.com/office/drawing/2014/main" id="{C65CB16D-AE63-5AF5-66AA-BD0C6C34EAC5}"/>
                </a:ext>
              </a:extLst>
            </p:cNvPr>
            <p:cNvSpPr/>
            <p:nvPr/>
          </p:nvSpPr>
          <p:spPr>
            <a:xfrm>
              <a:off x="7265894" y="3454997"/>
              <a:ext cx="800549" cy="384048"/>
            </a:xfrm>
            <a:prstGeom prst="rect">
              <a:avLst/>
            </a:prstGeom>
            <a:noFill/>
            <a:ln/>
          </p:spPr>
          <p:txBody>
            <a:bodyPr wrap="square" rtlCol="0" anchor="ctr"/>
            <a:lstStyle/>
            <a:p>
              <a:pPr algn="r"/>
              <a:r>
                <a:rPr lang="en-US" sz="2800" b="1" dirty="0">
                  <a:solidFill>
                    <a:schemeClr val="accent1"/>
                  </a:solidFill>
                </a:rPr>
                <a:t>03</a:t>
              </a:r>
              <a:endParaRPr lang="en-US" sz="2800" dirty="0">
                <a:solidFill>
                  <a:schemeClr val="accent1"/>
                </a:solidFill>
              </a:endParaRPr>
            </a:p>
          </p:txBody>
        </p:sp>
      </p:grpSp>
      <p:grpSp>
        <p:nvGrpSpPr>
          <p:cNvPr id="15" name="Groep 14">
            <a:extLst>
              <a:ext uri="{FF2B5EF4-FFF2-40B4-BE49-F238E27FC236}">
                <a16:creationId xmlns:a16="http://schemas.microsoft.com/office/drawing/2014/main" id="{890761DC-BC1B-7409-2CFB-6D743C1890F0}"/>
              </a:ext>
            </a:extLst>
          </p:cNvPr>
          <p:cNvGrpSpPr/>
          <p:nvPr/>
        </p:nvGrpSpPr>
        <p:grpSpPr>
          <a:xfrm>
            <a:off x="3319338" y="1678512"/>
            <a:ext cx="2468880" cy="2122843"/>
            <a:chOff x="5853953" y="1717637"/>
            <a:chExt cx="2239922" cy="2194560"/>
          </a:xfrm>
        </p:grpSpPr>
        <p:sp>
          <p:nvSpPr>
            <p:cNvPr id="16" name="Shape 4">
              <a:extLst>
                <a:ext uri="{FF2B5EF4-FFF2-40B4-BE49-F238E27FC236}">
                  <a16:creationId xmlns:a16="http://schemas.microsoft.com/office/drawing/2014/main" id="{0F4EC85D-563A-2260-39AE-08AA6019CBA1}"/>
                </a:ext>
              </a:extLst>
            </p:cNvPr>
            <p:cNvSpPr/>
            <p:nvPr/>
          </p:nvSpPr>
          <p:spPr>
            <a:xfrm>
              <a:off x="5853953" y="1717637"/>
              <a:ext cx="2239922" cy="2194560"/>
            </a:xfrm>
            <a:prstGeom prst="rect">
              <a:avLst/>
            </a:prstGeom>
            <a:solidFill>
              <a:schemeClr val="tx2"/>
            </a:solidFill>
            <a:ln/>
            <a:effectLst>
              <a:outerShdw blurRad="127000" dist="38100" dir="8100000" algn="bl" rotWithShape="0">
                <a:srgbClr val="000000">
                  <a:alpha val="12000"/>
                </a:srgbClr>
              </a:outerShdw>
            </a:effectLst>
          </p:spPr>
          <p:txBody>
            <a:bodyPr/>
            <a:lstStyle/>
            <a:p>
              <a:endParaRPr lang="en-NL"/>
            </a:p>
          </p:txBody>
        </p:sp>
        <p:sp>
          <p:nvSpPr>
            <p:cNvPr id="17" name="Shape 5">
              <a:extLst>
                <a:ext uri="{FF2B5EF4-FFF2-40B4-BE49-F238E27FC236}">
                  <a16:creationId xmlns:a16="http://schemas.microsoft.com/office/drawing/2014/main" id="{3DC32BAA-DDC1-4D89-845A-F2EB9471AF18}"/>
                </a:ext>
              </a:extLst>
            </p:cNvPr>
            <p:cNvSpPr/>
            <p:nvPr/>
          </p:nvSpPr>
          <p:spPr>
            <a:xfrm>
              <a:off x="5853953" y="1717637"/>
              <a:ext cx="2239922" cy="36576"/>
            </a:xfrm>
            <a:prstGeom prst="rect">
              <a:avLst/>
            </a:prstGeom>
            <a:solidFill>
              <a:schemeClr val="accent1"/>
            </a:solidFill>
            <a:ln/>
          </p:spPr>
          <p:txBody>
            <a:bodyPr/>
            <a:lstStyle/>
            <a:p>
              <a:endParaRPr lang="en-NL"/>
            </a:p>
          </p:txBody>
        </p:sp>
        <p:sp>
          <p:nvSpPr>
            <p:cNvPr id="18" name="Text 6">
              <a:extLst>
                <a:ext uri="{FF2B5EF4-FFF2-40B4-BE49-F238E27FC236}">
                  <a16:creationId xmlns:a16="http://schemas.microsoft.com/office/drawing/2014/main" id="{46E9B068-E0EF-D15D-6660-BE2529E03932}"/>
                </a:ext>
              </a:extLst>
            </p:cNvPr>
            <p:cNvSpPr/>
            <p:nvPr/>
          </p:nvSpPr>
          <p:spPr>
            <a:xfrm>
              <a:off x="5935438" y="1818221"/>
              <a:ext cx="2012133" cy="320040"/>
            </a:xfrm>
            <a:prstGeom prst="rect">
              <a:avLst/>
            </a:prstGeom>
            <a:noFill/>
            <a:ln/>
          </p:spPr>
          <p:txBody>
            <a:bodyPr wrap="square" rtlCol="0" anchor="ctr"/>
            <a:lstStyle/>
            <a:p>
              <a:r>
                <a:rPr lang="en-US" sz="1400" b="1" dirty="0">
                  <a:solidFill>
                    <a:schemeClr val="bg2"/>
                  </a:solidFill>
                  <a:ea typeface="Trebuchet MS" pitchFamily="34" charset="-122"/>
                  <a:cs typeface="Trebuchet MS" pitchFamily="34" charset="-120"/>
                </a:rPr>
                <a:t>Key Point 1</a:t>
              </a:r>
              <a:endParaRPr lang="en-US" sz="1400" dirty="0">
                <a:solidFill>
                  <a:schemeClr val="bg2"/>
                </a:solidFill>
              </a:endParaRPr>
            </a:p>
          </p:txBody>
        </p:sp>
        <p:sp>
          <p:nvSpPr>
            <p:cNvPr id="19" name="Text 7">
              <a:extLst>
                <a:ext uri="{FF2B5EF4-FFF2-40B4-BE49-F238E27FC236}">
                  <a16:creationId xmlns:a16="http://schemas.microsoft.com/office/drawing/2014/main" id="{7515697F-DC02-85BE-30A2-AD224858F3AF}"/>
                </a:ext>
              </a:extLst>
            </p:cNvPr>
            <p:cNvSpPr/>
            <p:nvPr/>
          </p:nvSpPr>
          <p:spPr>
            <a:xfrm>
              <a:off x="5935438" y="2174837"/>
              <a:ext cx="2012133" cy="822960"/>
            </a:xfrm>
            <a:prstGeom prst="rect">
              <a:avLst/>
            </a:prstGeom>
            <a:noFill/>
            <a:ln/>
          </p:spPr>
          <p:txBody>
            <a:bodyPr wrap="square" rtlCol="0" anchor="ctr"/>
            <a:lstStyle/>
            <a:p>
              <a:pPr>
                <a:lnSpc>
                  <a:spcPct val="140000"/>
                </a:lnSpc>
              </a:pPr>
              <a:r>
                <a:rPr lang="en-US" sz="1100" dirty="0">
                  <a:solidFill>
                    <a:schemeClr val="accent3"/>
                  </a:solidFill>
                </a:rPr>
                <a:t>Descriptive text supporting the main message with concise framing.</a:t>
              </a:r>
            </a:p>
          </p:txBody>
        </p:sp>
        <p:sp>
          <p:nvSpPr>
            <p:cNvPr id="20" name="Text 8">
              <a:extLst>
                <a:ext uri="{FF2B5EF4-FFF2-40B4-BE49-F238E27FC236}">
                  <a16:creationId xmlns:a16="http://schemas.microsoft.com/office/drawing/2014/main" id="{A0A4E2F6-548B-DAB0-451D-74DF00AAB08C}"/>
                </a:ext>
              </a:extLst>
            </p:cNvPr>
            <p:cNvSpPr/>
            <p:nvPr/>
          </p:nvSpPr>
          <p:spPr>
            <a:xfrm>
              <a:off x="7265894" y="3454997"/>
              <a:ext cx="800549" cy="384048"/>
            </a:xfrm>
            <a:prstGeom prst="rect">
              <a:avLst/>
            </a:prstGeom>
            <a:noFill/>
            <a:ln/>
          </p:spPr>
          <p:txBody>
            <a:bodyPr wrap="square" rtlCol="0" anchor="ctr"/>
            <a:lstStyle/>
            <a:p>
              <a:pPr algn="r"/>
              <a:r>
                <a:rPr lang="en-US" sz="2800" b="1" dirty="0">
                  <a:solidFill>
                    <a:schemeClr val="accent1"/>
                  </a:solidFill>
                </a:rPr>
                <a:t>02</a:t>
              </a:r>
              <a:endParaRPr lang="en-US" sz="2800" dirty="0">
                <a:solidFill>
                  <a:schemeClr val="accent1"/>
                </a:solidFill>
              </a:endParaRPr>
            </a:p>
          </p:txBody>
        </p:sp>
      </p:grpSp>
    </p:spTree>
    <p:extLst>
      <p:ext uri="{BB962C8B-B14F-4D97-AF65-F5344CB8AC3E}">
        <p14:creationId xmlns:p14="http://schemas.microsoft.com/office/powerpoint/2010/main" val="35895480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8BAB63B4-002A-16D1-2B61-8A3304E12AE3}"/>
              </a:ext>
            </a:extLst>
          </p:cNvPr>
          <p:cNvSpPr>
            <a:spLocks noGrp="1"/>
          </p:cNvSpPr>
          <p:nvPr>
            <p:ph type="title"/>
          </p:nvPr>
        </p:nvSpPr>
        <p:spPr/>
        <p:txBody>
          <a:bodyPr/>
          <a:lstStyle/>
          <a:p>
            <a:endParaRPr lang="en-NL"/>
          </a:p>
        </p:txBody>
      </p:sp>
      <p:sp>
        <p:nvSpPr>
          <p:cNvPr id="2" name="Tijdelijke aanduiding voor inhoud 1">
            <a:extLst>
              <a:ext uri="{FF2B5EF4-FFF2-40B4-BE49-F238E27FC236}">
                <a16:creationId xmlns:a16="http://schemas.microsoft.com/office/drawing/2014/main" id="{940B1567-C5DB-B12A-F953-9B1C5B35C43C}"/>
              </a:ext>
            </a:extLst>
          </p:cNvPr>
          <p:cNvSpPr>
            <a:spLocks noGrp="1"/>
          </p:cNvSpPr>
          <p:nvPr>
            <p:ph sz="quarter" idx="10"/>
          </p:nvPr>
        </p:nvSpPr>
        <p:spPr/>
        <p:txBody>
          <a:bodyPr/>
          <a:lstStyle/>
          <a:p>
            <a:endParaRPr lang="en-NL"/>
          </a:p>
        </p:txBody>
      </p:sp>
      <p:sp>
        <p:nvSpPr>
          <p:cNvPr id="6" name="Tijdelijke aanduiding voor tekst 5">
            <a:extLst>
              <a:ext uri="{FF2B5EF4-FFF2-40B4-BE49-F238E27FC236}">
                <a16:creationId xmlns:a16="http://schemas.microsoft.com/office/drawing/2014/main" id="{9CC46054-6E0D-9F31-78CF-749261E38D35}"/>
              </a:ext>
            </a:extLst>
          </p:cNvPr>
          <p:cNvSpPr>
            <a:spLocks noGrp="1"/>
          </p:cNvSpPr>
          <p:nvPr>
            <p:ph type="body" sz="quarter" idx="11"/>
          </p:nvPr>
        </p:nvSpPr>
        <p:spPr/>
        <p:txBody>
          <a:bodyPr/>
          <a:lstStyle/>
          <a:p>
            <a:endParaRPr lang="en-NL"/>
          </a:p>
        </p:txBody>
      </p:sp>
      <p:grpSp>
        <p:nvGrpSpPr>
          <p:cNvPr id="3" name="Groep 2">
            <a:extLst>
              <a:ext uri="{FF2B5EF4-FFF2-40B4-BE49-F238E27FC236}">
                <a16:creationId xmlns:a16="http://schemas.microsoft.com/office/drawing/2014/main" id="{7D6BD32B-E27A-DED8-5137-5E125FA54E94}"/>
              </a:ext>
            </a:extLst>
          </p:cNvPr>
          <p:cNvGrpSpPr/>
          <p:nvPr/>
        </p:nvGrpSpPr>
        <p:grpSpPr>
          <a:xfrm>
            <a:off x="254726" y="862148"/>
            <a:ext cx="8719457" cy="4108269"/>
            <a:chOff x="1773339" y="3162947"/>
            <a:chExt cx="5518436" cy="2227829"/>
          </a:xfrm>
        </p:grpSpPr>
        <p:sp>
          <p:nvSpPr>
            <p:cNvPr id="4" name="Shape 17">
              <a:extLst>
                <a:ext uri="{FF2B5EF4-FFF2-40B4-BE49-F238E27FC236}">
                  <a16:creationId xmlns:a16="http://schemas.microsoft.com/office/drawing/2014/main" id="{047F2619-1651-BCBD-25D0-D863B73BF5CA}"/>
                </a:ext>
              </a:extLst>
            </p:cNvPr>
            <p:cNvSpPr/>
            <p:nvPr/>
          </p:nvSpPr>
          <p:spPr>
            <a:xfrm>
              <a:off x="1773339" y="3162947"/>
              <a:ext cx="5518436" cy="2227829"/>
            </a:xfrm>
            <a:prstGeom prst="rect">
              <a:avLst/>
            </a:prstGeom>
            <a:solidFill>
              <a:srgbClr val="FFFFFF"/>
            </a:solidFill>
            <a:ln/>
            <a:effectLst>
              <a:outerShdw blurRad="127000" dist="38100" dir="8100000" algn="bl" rotWithShape="0">
                <a:srgbClr val="000000">
                  <a:alpha val="12000"/>
                </a:srgbClr>
              </a:outerShdw>
            </a:effectLst>
          </p:spPr>
          <p:txBody>
            <a:bodyPr/>
            <a:lstStyle/>
            <a:p>
              <a:endParaRPr lang="en-NL" sz="1600"/>
            </a:p>
          </p:txBody>
        </p:sp>
        <p:sp>
          <p:nvSpPr>
            <p:cNvPr id="7" name="Text 18">
              <a:extLst>
                <a:ext uri="{FF2B5EF4-FFF2-40B4-BE49-F238E27FC236}">
                  <a16:creationId xmlns:a16="http://schemas.microsoft.com/office/drawing/2014/main" id="{18A76AE8-021D-F429-9904-EE34860BBD5B}"/>
                </a:ext>
              </a:extLst>
            </p:cNvPr>
            <p:cNvSpPr/>
            <p:nvPr/>
          </p:nvSpPr>
          <p:spPr>
            <a:xfrm>
              <a:off x="1895260" y="3223907"/>
              <a:ext cx="4573145" cy="325605"/>
            </a:xfrm>
            <a:prstGeom prst="rect">
              <a:avLst/>
            </a:prstGeom>
            <a:noFill/>
            <a:ln/>
          </p:spPr>
          <p:txBody>
            <a:bodyPr wrap="square" rtlCol="0" anchor="ctr"/>
            <a:lstStyle/>
            <a:p>
              <a:r>
                <a:rPr lang="en-US" sz="1200" b="1" dirty="0">
                  <a:solidFill>
                    <a:schemeClr val="tx2"/>
                  </a:solidFill>
                </a:rPr>
                <a:t>Performance Benchmark</a:t>
              </a:r>
              <a:endParaRPr lang="en-US" sz="1200" dirty="0">
                <a:solidFill>
                  <a:schemeClr val="tx2"/>
                </a:solidFill>
              </a:endParaRPr>
            </a:p>
          </p:txBody>
        </p:sp>
        <p:graphicFrame>
          <p:nvGraphicFramePr>
            <p:cNvPr id="8" name="Chart 0">
              <a:extLst>
                <a:ext uri="{FF2B5EF4-FFF2-40B4-BE49-F238E27FC236}">
                  <a16:creationId xmlns:a16="http://schemas.microsoft.com/office/drawing/2014/main" id="{EB6AD738-3186-D0C8-FF38-171658F31976}"/>
                </a:ext>
              </a:extLst>
            </p:cNvPr>
            <p:cNvGraphicFramePr/>
            <p:nvPr/>
          </p:nvGraphicFramePr>
          <p:xfrm>
            <a:off x="1773339" y="3650627"/>
            <a:ext cx="5391973" cy="1548903"/>
          </p:xfrm>
          <a:graphic>
            <a:graphicData uri="http://schemas.openxmlformats.org/drawingml/2006/chart">
              <c:chart xmlns:c="http://schemas.openxmlformats.org/drawingml/2006/chart" xmlns:r="http://schemas.openxmlformats.org/officeDocument/2006/relationships" r:id="rId2"/>
            </a:graphicData>
          </a:graphic>
        </p:graphicFrame>
      </p:grpSp>
    </p:spTree>
    <p:extLst>
      <p:ext uri="{BB962C8B-B14F-4D97-AF65-F5344CB8AC3E}">
        <p14:creationId xmlns:p14="http://schemas.microsoft.com/office/powerpoint/2010/main" val="32731064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6" name="Vrije vorm: vorm 85">
            <a:extLst>
              <a:ext uri="{FF2B5EF4-FFF2-40B4-BE49-F238E27FC236}">
                <a16:creationId xmlns:a16="http://schemas.microsoft.com/office/drawing/2014/main" id="{0D40C9D6-37F9-0ADC-AD60-AE8928DAA845}"/>
              </a:ext>
            </a:extLst>
          </p:cNvPr>
          <p:cNvSpPr/>
          <p:nvPr/>
        </p:nvSpPr>
        <p:spPr>
          <a:xfrm>
            <a:off x="476250" y="1706754"/>
            <a:ext cx="7372350" cy="1345901"/>
          </a:xfrm>
          <a:custGeom>
            <a:avLst/>
            <a:gdLst>
              <a:gd name="csX0" fmla="*/ 0 w 9829800"/>
              <a:gd name="csY0" fmla="*/ 1283346 h 1794534"/>
              <a:gd name="csX1" fmla="*/ 3117850 w 9829800"/>
              <a:gd name="csY1" fmla="*/ 6996 h 1794534"/>
              <a:gd name="csX2" fmla="*/ 6553200 w 9829800"/>
              <a:gd name="csY2" fmla="*/ 1784996 h 1794534"/>
              <a:gd name="csX3" fmla="*/ 8324850 w 9829800"/>
              <a:gd name="csY3" fmla="*/ 743596 h 1794534"/>
              <a:gd name="csX4" fmla="*/ 9829800 w 9829800"/>
              <a:gd name="csY4" fmla="*/ 1410346 h 1794534"/>
            </a:gdLst>
            <a:ahLst/>
            <a:cxnLst>
              <a:cxn ang="0">
                <a:pos x="csX0" y="csY0"/>
              </a:cxn>
              <a:cxn ang="0">
                <a:pos x="csX1" y="csY1"/>
              </a:cxn>
              <a:cxn ang="0">
                <a:pos x="csX2" y="csY2"/>
              </a:cxn>
              <a:cxn ang="0">
                <a:pos x="csX3" y="csY3"/>
              </a:cxn>
              <a:cxn ang="0">
                <a:pos x="csX4" y="csY4"/>
              </a:cxn>
            </a:cxnLst>
            <a:rect l="l" t="t" r="r" b="b"/>
            <a:pathLst>
              <a:path w="9829800" h="1794534">
                <a:moveTo>
                  <a:pt x="0" y="1283346"/>
                </a:moveTo>
                <a:cubicBezTo>
                  <a:pt x="1012825" y="603367"/>
                  <a:pt x="2025650" y="-76612"/>
                  <a:pt x="3117850" y="6996"/>
                </a:cubicBezTo>
                <a:cubicBezTo>
                  <a:pt x="4210050" y="90604"/>
                  <a:pt x="5685367" y="1662229"/>
                  <a:pt x="6553200" y="1784996"/>
                </a:cubicBezTo>
                <a:cubicBezTo>
                  <a:pt x="7421033" y="1907763"/>
                  <a:pt x="7778750" y="806038"/>
                  <a:pt x="8324850" y="743596"/>
                </a:cubicBezTo>
                <a:cubicBezTo>
                  <a:pt x="8870950" y="681154"/>
                  <a:pt x="9557808" y="1279113"/>
                  <a:pt x="9829800" y="1410346"/>
                </a:cubicBezTo>
              </a:path>
            </a:pathLst>
          </a:custGeom>
          <a:noFill/>
          <a:ln w="2032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350"/>
          </a:p>
        </p:txBody>
      </p:sp>
      <p:sp>
        <p:nvSpPr>
          <p:cNvPr id="2" name="Titel 1">
            <a:extLst>
              <a:ext uri="{FF2B5EF4-FFF2-40B4-BE49-F238E27FC236}">
                <a16:creationId xmlns:a16="http://schemas.microsoft.com/office/drawing/2014/main" id="{2428749F-97F2-69E7-824A-09A48FAD0DAE}"/>
              </a:ext>
            </a:extLst>
          </p:cNvPr>
          <p:cNvSpPr>
            <a:spLocks noGrp="1"/>
          </p:cNvSpPr>
          <p:nvPr>
            <p:ph type="title"/>
          </p:nvPr>
        </p:nvSpPr>
        <p:spPr/>
        <p:txBody>
          <a:bodyPr/>
          <a:lstStyle/>
          <a:p>
            <a:endParaRPr lang="en-NL"/>
          </a:p>
        </p:txBody>
      </p:sp>
      <p:sp>
        <p:nvSpPr>
          <p:cNvPr id="3" name="Tijdelijke aanduiding voor inhoud 2">
            <a:extLst>
              <a:ext uri="{FF2B5EF4-FFF2-40B4-BE49-F238E27FC236}">
                <a16:creationId xmlns:a16="http://schemas.microsoft.com/office/drawing/2014/main" id="{2FCEDEEF-4A2D-F2EC-DE53-B1A1C333C69B}"/>
              </a:ext>
            </a:extLst>
          </p:cNvPr>
          <p:cNvSpPr>
            <a:spLocks noGrp="1"/>
          </p:cNvSpPr>
          <p:nvPr>
            <p:ph sz="quarter" idx="10"/>
          </p:nvPr>
        </p:nvSpPr>
        <p:spPr/>
        <p:txBody>
          <a:bodyPr/>
          <a:lstStyle/>
          <a:p>
            <a:endParaRPr lang="en-NL"/>
          </a:p>
        </p:txBody>
      </p:sp>
      <p:sp>
        <p:nvSpPr>
          <p:cNvPr id="4" name="Tijdelijke aanduiding voor tekst 3">
            <a:extLst>
              <a:ext uri="{FF2B5EF4-FFF2-40B4-BE49-F238E27FC236}">
                <a16:creationId xmlns:a16="http://schemas.microsoft.com/office/drawing/2014/main" id="{30952EFC-F38A-794B-4D6B-9A2BE824FE12}"/>
              </a:ext>
            </a:extLst>
          </p:cNvPr>
          <p:cNvSpPr>
            <a:spLocks noGrp="1"/>
          </p:cNvSpPr>
          <p:nvPr>
            <p:ph type="body" sz="quarter" idx="11"/>
          </p:nvPr>
        </p:nvSpPr>
        <p:spPr/>
        <p:txBody>
          <a:bodyPr/>
          <a:lstStyle/>
          <a:p>
            <a:endParaRPr lang="en-NL"/>
          </a:p>
        </p:txBody>
      </p:sp>
      <p:grpSp>
        <p:nvGrpSpPr>
          <p:cNvPr id="14" name="Groep 13">
            <a:extLst>
              <a:ext uri="{FF2B5EF4-FFF2-40B4-BE49-F238E27FC236}">
                <a16:creationId xmlns:a16="http://schemas.microsoft.com/office/drawing/2014/main" id="{8474A02F-A479-6450-BD45-17C171FE0B05}"/>
              </a:ext>
            </a:extLst>
          </p:cNvPr>
          <p:cNvGrpSpPr/>
          <p:nvPr/>
        </p:nvGrpSpPr>
        <p:grpSpPr>
          <a:xfrm>
            <a:off x="969833" y="3938377"/>
            <a:ext cx="2373479" cy="611291"/>
            <a:chOff x="3403786" y="3052482"/>
            <a:chExt cx="3164638" cy="815054"/>
          </a:xfrm>
          <a:effectLst>
            <a:outerShdw blurRad="50800" dist="38100" dir="2700000" algn="tl" rotWithShape="0">
              <a:schemeClr val="accent3">
                <a:alpha val="40000"/>
              </a:schemeClr>
            </a:outerShdw>
          </a:effectLst>
        </p:grpSpPr>
        <p:sp>
          <p:nvSpPr>
            <p:cNvPr id="10" name="Rechthoek 9">
              <a:extLst>
                <a:ext uri="{FF2B5EF4-FFF2-40B4-BE49-F238E27FC236}">
                  <a16:creationId xmlns:a16="http://schemas.microsoft.com/office/drawing/2014/main" id="{CA0EEF26-01C8-C7C8-26D8-3BBB33342689}"/>
                </a:ext>
              </a:extLst>
            </p:cNvPr>
            <p:cNvSpPr/>
            <p:nvPr/>
          </p:nvSpPr>
          <p:spPr>
            <a:xfrm>
              <a:off x="3995737" y="3265027"/>
              <a:ext cx="2370137" cy="38996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350"/>
            </a:p>
          </p:txBody>
        </p:sp>
        <p:sp>
          <p:nvSpPr>
            <p:cNvPr id="11" name="Gelijkbenige driehoek 10">
              <a:extLst>
                <a:ext uri="{FF2B5EF4-FFF2-40B4-BE49-F238E27FC236}">
                  <a16:creationId xmlns:a16="http://schemas.microsoft.com/office/drawing/2014/main" id="{764912BD-77B7-993D-6481-A18ECF1FBA7C}"/>
                </a:ext>
              </a:extLst>
            </p:cNvPr>
            <p:cNvSpPr/>
            <p:nvPr/>
          </p:nvSpPr>
          <p:spPr>
            <a:xfrm rot="5400000">
              <a:off x="6175653" y="3262220"/>
              <a:ext cx="389964" cy="395578"/>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350"/>
            </a:p>
          </p:txBody>
        </p:sp>
        <p:sp>
          <p:nvSpPr>
            <p:cNvPr id="7" name="Ovaal 6">
              <a:extLst>
                <a:ext uri="{FF2B5EF4-FFF2-40B4-BE49-F238E27FC236}">
                  <a16:creationId xmlns:a16="http://schemas.microsoft.com/office/drawing/2014/main" id="{1B0967B8-879A-65F3-6F67-1A35B9546491}"/>
                </a:ext>
              </a:extLst>
            </p:cNvPr>
            <p:cNvSpPr/>
            <p:nvPr/>
          </p:nvSpPr>
          <p:spPr>
            <a:xfrm>
              <a:off x="3403786" y="3052482"/>
              <a:ext cx="796738" cy="815054"/>
            </a:xfrm>
            <a:prstGeom prst="ellipse">
              <a:avLst/>
            </a:prstGeom>
            <a:solidFill>
              <a:schemeClr val="accent1"/>
            </a:solidFill>
            <a:ln w="635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350"/>
            </a:p>
          </p:txBody>
        </p:sp>
        <p:sp>
          <p:nvSpPr>
            <p:cNvPr id="6" name="Ovaal 5">
              <a:extLst>
                <a:ext uri="{FF2B5EF4-FFF2-40B4-BE49-F238E27FC236}">
                  <a16:creationId xmlns:a16="http://schemas.microsoft.com/office/drawing/2014/main" id="{0C0695A7-3B07-5C39-9219-3129EC4F826A}"/>
                </a:ext>
              </a:extLst>
            </p:cNvPr>
            <p:cNvSpPr/>
            <p:nvPr/>
          </p:nvSpPr>
          <p:spPr>
            <a:xfrm>
              <a:off x="3509682" y="3160811"/>
              <a:ext cx="584948" cy="598394"/>
            </a:xfrm>
            <a:prstGeom prst="ellipse">
              <a:avLst/>
            </a:prstGeom>
            <a:solidFill>
              <a:schemeClr val="bg2"/>
            </a:solidFill>
            <a:ln w="152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350"/>
            </a:p>
          </p:txBody>
        </p:sp>
      </p:grpSp>
      <p:grpSp>
        <p:nvGrpSpPr>
          <p:cNvPr id="25" name="Groep 24">
            <a:extLst>
              <a:ext uri="{FF2B5EF4-FFF2-40B4-BE49-F238E27FC236}">
                <a16:creationId xmlns:a16="http://schemas.microsoft.com/office/drawing/2014/main" id="{3559C539-F6EE-6585-CD09-832CDD5FD2BA}"/>
              </a:ext>
            </a:extLst>
          </p:cNvPr>
          <p:cNvGrpSpPr/>
          <p:nvPr/>
        </p:nvGrpSpPr>
        <p:grpSpPr>
          <a:xfrm>
            <a:off x="2593846" y="3938377"/>
            <a:ext cx="1358364" cy="611291"/>
            <a:chOff x="3403786" y="3052482"/>
            <a:chExt cx="1811152" cy="815054"/>
          </a:xfrm>
          <a:effectLst>
            <a:outerShdw blurRad="50800" dist="38100" dir="2700000" algn="tl" rotWithShape="0">
              <a:schemeClr val="accent3">
                <a:alpha val="40000"/>
              </a:schemeClr>
            </a:outerShdw>
          </a:effectLst>
        </p:grpSpPr>
        <p:sp>
          <p:nvSpPr>
            <p:cNvPr id="26" name="Rechthoek 25">
              <a:extLst>
                <a:ext uri="{FF2B5EF4-FFF2-40B4-BE49-F238E27FC236}">
                  <a16:creationId xmlns:a16="http://schemas.microsoft.com/office/drawing/2014/main" id="{703780A3-3DC4-E988-89D3-7393BD455494}"/>
                </a:ext>
              </a:extLst>
            </p:cNvPr>
            <p:cNvSpPr/>
            <p:nvPr/>
          </p:nvSpPr>
          <p:spPr>
            <a:xfrm>
              <a:off x="3798793" y="3265027"/>
              <a:ext cx="1213595" cy="38996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350"/>
            </a:p>
          </p:txBody>
        </p:sp>
        <p:sp>
          <p:nvSpPr>
            <p:cNvPr id="27" name="Gelijkbenige driehoek 26">
              <a:extLst>
                <a:ext uri="{FF2B5EF4-FFF2-40B4-BE49-F238E27FC236}">
                  <a16:creationId xmlns:a16="http://schemas.microsoft.com/office/drawing/2014/main" id="{41610711-C77D-0660-7F4A-3F3D3638A121}"/>
                </a:ext>
              </a:extLst>
            </p:cNvPr>
            <p:cNvSpPr/>
            <p:nvPr/>
          </p:nvSpPr>
          <p:spPr>
            <a:xfrm rot="5400000">
              <a:off x="4918681" y="3358734"/>
              <a:ext cx="389964" cy="202550"/>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350"/>
            </a:p>
          </p:txBody>
        </p:sp>
        <p:sp>
          <p:nvSpPr>
            <p:cNvPr id="28" name="Ovaal 27">
              <a:extLst>
                <a:ext uri="{FF2B5EF4-FFF2-40B4-BE49-F238E27FC236}">
                  <a16:creationId xmlns:a16="http://schemas.microsoft.com/office/drawing/2014/main" id="{6418721C-1B6D-5447-CA7A-E9B120E74580}"/>
                </a:ext>
              </a:extLst>
            </p:cNvPr>
            <p:cNvSpPr/>
            <p:nvPr/>
          </p:nvSpPr>
          <p:spPr>
            <a:xfrm>
              <a:off x="3403786" y="3052482"/>
              <a:ext cx="796738" cy="815054"/>
            </a:xfrm>
            <a:prstGeom prst="ellipse">
              <a:avLst/>
            </a:prstGeom>
            <a:solidFill>
              <a:schemeClr val="accent1"/>
            </a:solidFill>
            <a:ln w="635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350"/>
            </a:p>
          </p:txBody>
        </p:sp>
        <p:sp>
          <p:nvSpPr>
            <p:cNvPr id="29" name="Ovaal 28">
              <a:extLst>
                <a:ext uri="{FF2B5EF4-FFF2-40B4-BE49-F238E27FC236}">
                  <a16:creationId xmlns:a16="http://schemas.microsoft.com/office/drawing/2014/main" id="{B8F415F0-F37B-3559-B62B-9CB2F3D2AF8C}"/>
                </a:ext>
              </a:extLst>
            </p:cNvPr>
            <p:cNvSpPr/>
            <p:nvPr/>
          </p:nvSpPr>
          <p:spPr>
            <a:xfrm>
              <a:off x="3509682" y="3160811"/>
              <a:ext cx="584948" cy="598394"/>
            </a:xfrm>
            <a:prstGeom prst="ellipse">
              <a:avLst/>
            </a:prstGeom>
            <a:solidFill>
              <a:schemeClr val="bg2"/>
            </a:solidFill>
            <a:ln w="152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350"/>
            </a:p>
          </p:txBody>
        </p:sp>
      </p:grpSp>
      <p:grpSp>
        <p:nvGrpSpPr>
          <p:cNvPr id="30" name="Groep 29">
            <a:extLst>
              <a:ext uri="{FF2B5EF4-FFF2-40B4-BE49-F238E27FC236}">
                <a16:creationId xmlns:a16="http://schemas.microsoft.com/office/drawing/2014/main" id="{70504B8F-F605-6579-53C2-3EAF6195AFA3}"/>
              </a:ext>
            </a:extLst>
          </p:cNvPr>
          <p:cNvGrpSpPr/>
          <p:nvPr/>
        </p:nvGrpSpPr>
        <p:grpSpPr>
          <a:xfrm rot="10800000">
            <a:off x="4732070" y="1877905"/>
            <a:ext cx="1358364" cy="611291"/>
            <a:chOff x="3403786" y="3052482"/>
            <a:chExt cx="1811152" cy="815054"/>
          </a:xfrm>
          <a:effectLst>
            <a:outerShdw blurRad="50800" dist="38100" dir="2700000" algn="tl" rotWithShape="0">
              <a:schemeClr val="accent3">
                <a:alpha val="40000"/>
              </a:schemeClr>
            </a:outerShdw>
          </a:effectLst>
        </p:grpSpPr>
        <p:sp>
          <p:nvSpPr>
            <p:cNvPr id="31" name="Rechthoek 30">
              <a:extLst>
                <a:ext uri="{FF2B5EF4-FFF2-40B4-BE49-F238E27FC236}">
                  <a16:creationId xmlns:a16="http://schemas.microsoft.com/office/drawing/2014/main" id="{7639BFEF-CE5D-14F3-84D7-269D166EB4B2}"/>
                </a:ext>
              </a:extLst>
            </p:cNvPr>
            <p:cNvSpPr/>
            <p:nvPr/>
          </p:nvSpPr>
          <p:spPr>
            <a:xfrm>
              <a:off x="3798793" y="3265027"/>
              <a:ext cx="1213595" cy="38996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350"/>
            </a:p>
          </p:txBody>
        </p:sp>
        <p:sp>
          <p:nvSpPr>
            <p:cNvPr id="32" name="Gelijkbenige driehoek 31">
              <a:extLst>
                <a:ext uri="{FF2B5EF4-FFF2-40B4-BE49-F238E27FC236}">
                  <a16:creationId xmlns:a16="http://schemas.microsoft.com/office/drawing/2014/main" id="{6FBEA5CB-D6D9-A647-B184-9CFFF395F9B1}"/>
                </a:ext>
              </a:extLst>
            </p:cNvPr>
            <p:cNvSpPr/>
            <p:nvPr/>
          </p:nvSpPr>
          <p:spPr>
            <a:xfrm rot="5400000">
              <a:off x="4918681" y="3358734"/>
              <a:ext cx="389964" cy="202550"/>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350"/>
            </a:p>
          </p:txBody>
        </p:sp>
        <p:sp>
          <p:nvSpPr>
            <p:cNvPr id="33" name="Ovaal 32">
              <a:extLst>
                <a:ext uri="{FF2B5EF4-FFF2-40B4-BE49-F238E27FC236}">
                  <a16:creationId xmlns:a16="http://schemas.microsoft.com/office/drawing/2014/main" id="{B0585BED-F562-1BF5-6CB6-07D3031485C8}"/>
                </a:ext>
              </a:extLst>
            </p:cNvPr>
            <p:cNvSpPr/>
            <p:nvPr/>
          </p:nvSpPr>
          <p:spPr>
            <a:xfrm>
              <a:off x="3403786" y="3052482"/>
              <a:ext cx="796738" cy="815054"/>
            </a:xfrm>
            <a:prstGeom prst="ellipse">
              <a:avLst/>
            </a:prstGeom>
            <a:solidFill>
              <a:schemeClr val="accent1"/>
            </a:solidFill>
            <a:ln w="635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350"/>
            </a:p>
          </p:txBody>
        </p:sp>
        <p:sp>
          <p:nvSpPr>
            <p:cNvPr id="34" name="Ovaal 33">
              <a:extLst>
                <a:ext uri="{FF2B5EF4-FFF2-40B4-BE49-F238E27FC236}">
                  <a16:creationId xmlns:a16="http://schemas.microsoft.com/office/drawing/2014/main" id="{B727B4DE-2E49-8DF6-F1F8-14BFFE95229C}"/>
                </a:ext>
              </a:extLst>
            </p:cNvPr>
            <p:cNvSpPr/>
            <p:nvPr/>
          </p:nvSpPr>
          <p:spPr>
            <a:xfrm>
              <a:off x="3509682" y="3160811"/>
              <a:ext cx="584948" cy="598394"/>
            </a:xfrm>
            <a:prstGeom prst="ellipse">
              <a:avLst/>
            </a:prstGeom>
            <a:solidFill>
              <a:schemeClr val="bg2"/>
            </a:solidFill>
            <a:ln w="152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350"/>
            </a:p>
          </p:txBody>
        </p:sp>
      </p:grpSp>
      <p:grpSp>
        <p:nvGrpSpPr>
          <p:cNvPr id="45" name="Groep 44">
            <a:extLst>
              <a:ext uri="{FF2B5EF4-FFF2-40B4-BE49-F238E27FC236}">
                <a16:creationId xmlns:a16="http://schemas.microsoft.com/office/drawing/2014/main" id="{AD356517-9A00-C090-6CC1-9E056CD9956C}"/>
              </a:ext>
            </a:extLst>
          </p:cNvPr>
          <p:cNvGrpSpPr>
            <a:grpSpLocks noChangeAspect="1"/>
          </p:cNvGrpSpPr>
          <p:nvPr/>
        </p:nvGrpSpPr>
        <p:grpSpPr>
          <a:xfrm>
            <a:off x="2031333" y="2169064"/>
            <a:ext cx="641935" cy="288884"/>
            <a:chOff x="3403786" y="3052482"/>
            <a:chExt cx="1811152" cy="815054"/>
          </a:xfrm>
          <a:effectLst>
            <a:outerShdw blurRad="50800" dist="38100" dir="2700000" algn="tl" rotWithShape="0">
              <a:schemeClr val="accent3">
                <a:alpha val="40000"/>
              </a:schemeClr>
            </a:outerShdw>
          </a:effectLst>
        </p:grpSpPr>
        <p:sp>
          <p:nvSpPr>
            <p:cNvPr id="46" name="Rechthoek 45">
              <a:extLst>
                <a:ext uri="{FF2B5EF4-FFF2-40B4-BE49-F238E27FC236}">
                  <a16:creationId xmlns:a16="http://schemas.microsoft.com/office/drawing/2014/main" id="{59EE5F3A-84CB-A4CD-79DC-621B0EB42EB9}"/>
                </a:ext>
              </a:extLst>
            </p:cNvPr>
            <p:cNvSpPr/>
            <p:nvPr/>
          </p:nvSpPr>
          <p:spPr>
            <a:xfrm>
              <a:off x="3798793" y="3265027"/>
              <a:ext cx="1213595" cy="38996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350"/>
            </a:p>
          </p:txBody>
        </p:sp>
        <p:sp>
          <p:nvSpPr>
            <p:cNvPr id="47" name="Gelijkbenige driehoek 46">
              <a:extLst>
                <a:ext uri="{FF2B5EF4-FFF2-40B4-BE49-F238E27FC236}">
                  <a16:creationId xmlns:a16="http://schemas.microsoft.com/office/drawing/2014/main" id="{FAE24963-15A5-C4FB-AE5B-3027F1B38A7E}"/>
                </a:ext>
              </a:extLst>
            </p:cNvPr>
            <p:cNvSpPr/>
            <p:nvPr/>
          </p:nvSpPr>
          <p:spPr>
            <a:xfrm rot="5400000">
              <a:off x="4918681" y="3358734"/>
              <a:ext cx="389964" cy="202550"/>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350"/>
            </a:p>
          </p:txBody>
        </p:sp>
        <p:sp>
          <p:nvSpPr>
            <p:cNvPr id="48" name="Ovaal 47">
              <a:extLst>
                <a:ext uri="{FF2B5EF4-FFF2-40B4-BE49-F238E27FC236}">
                  <a16:creationId xmlns:a16="http://schemas.microsoft.com/office/drawing/2014/main" id="{BD9DC6B8-BC0E-E2AB-B637-38751A870647}"/>
                </a:ext>
              </a:extLst>
            </p:cNvPr>
            <p:cNvSpPr/>
            <p:nvPr/>
          </p:nvSpPr>
          <p:spPr>
            <a:xfrm>
              <a:off x="3403786" y="3052482"/>
              <a:ext cx="796738" cy="815054"/>
            </a:xfrm>
            <a:prstGeom prst="ellipse">
              <a:avLst/>
            </a:prstGeom>
            <a:solidFill>
              <a:schemeClr val="accent1"/>
            </a:solidFill>
            <a:ln w="635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350"/>
            </a:p>
          </p:txBody>
        </p:sp>
        <p:sp>
          <p:nvSpPr>
            <p:cNvPr id="49" name="Ovaal 48">
              <a:extLst>
                <a:ext uri="{FF2B5EF4-FFF2-40B4-BE49-F238E27FC236}">
                  <a16:creationId xmlns:a16="http://schemas.microsoft.com/office/drawing/2014/main" id="{9AD4D64E-AB2F-6A12-6EB6-7FB7B4DA4D1B}"/>
                </a:ext>
              </a:extLst>
            </p:cNvPr>
            <p:cNvSpPr/>
            <p:nvPr/>
          </p:nvSpPr>
          <p:spPr>
            <a:xfrm flipV="1">
              <a:off x="3608196" y="3261592"/>
              <a:ext cx="387918" cy="396835"/>
            </a:xfrm>
            <a:prstGeom prst="ellipse">
              <a:avLst/>
            </a:prstGeom>
            <a:solidFill>
              <a:schemeClr val="bg2"/>
            </a:solidFill>
            <a:ln w="152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350"/>
            </a:p>
          </p:txBody>
        </p:sp>
      </p:grpSp>
      <p:grpSp>
        <p:nvGrpSpPr>
          <p:cNvPr id="50" name="Groep 49">
            <a:extLst>
              <a:ext uri="{FF2B5EF4-FFF2-40B4-BE49-F238E27FC236}">
                <a16:creationId xmlns:a16="http://schemas.microsoft.com/office/drawing/2014/main" id="{8CFF9417-8EC5-7EE6-6641-ADF28521D63D}"/>
              </a:ext>
            </a:extLst>
          </p:cNvPr>
          <p:cNvGrpSpPr>
            <a:grpSpLocks noChangeAspect="1"/>
          </p:cNvGrpSpPr>
          <p:nvPr/>
        </p:nvGrpSpPr>
        <p:grpSpPr>
          <a:xfrm rot="5400000">
            <a:off x="1531797" y="3135041"/>
            <a:ext cx="641935" cy="288884"/>
            <a:chOff x="3403786" y="3052482"/>
            <a:chExt cx="1811152" cy="815054"/>
          </a:xfrm>
          <a:effectLst>
            <a:outerShdw blurRad="50800" dist="38100" dir="2700000" algn="tl" rotWithShape="0">
              <a:schemeClr val="accent3">
                <a:alpha val="40000"/>
              </a:schemeClr>
            </a:outerShdw>
          </a:effectLst>
        </p:grpSpPr>
        <p:sp>
          <p:nvSpPr>
            <p:cNvPr id="51" name="Rechthoek 50">
              <a:extLst>
                <a:ext uri="{FF2B5EF4-FFF2-40B4-BE49-F238E27FC236}">
                  <a16:creationId xmlns:a16="http://schemas.microsoft.com/office/drawing/2014/main" id="{80116BAF-4F2B-AC3A-5156-8B764C7A14F3}"/>
                </a:ext>
              </a:extLst>
            </p:cNvPr>
            <p:cNvSpPr/>
            <p:nvPr/>
          </p:nvSpPr>
          <p:spPr>
            <a:xfrm>
              <a:off x="3798793" y="3265027"/>
              <a:ext cx="1213595" cy="38996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350"/>
            </a:p>
          </p:txBody>
        </p:sp>
        <p:sp>
          <p:nvSpPr>
            <p:cNvPr id="52" name="Gelijkbenige driehoek 51">
              <a:extLst>
                <a:ext uri="{FF2B5EF4-FFF2-40B4-BE49-F238E27FC236}">
                  <a16:creationId xmlns:a16="http://schemas.microsoft.com/office/drawing/2014/main" id="{DCF84A07-7AC8-1C6B-64FA-D285B505C894}"/>
                </a:ext>
              </a:extLst>
            </p:cNvPr>
            <p:cNvSpPr/>
            <p:nvPr/>
          </p:nvSpPr>
          <p:spPr>
            <a:xfrm rot="5400000">
              <a:off x="4918681" y="3358734"/>
              <a:ext cx="389964" cy="202550"/>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350"/>
            </a:p>
          </p:txBody>
        </p:sp>
        <p:sp>
          <p:nvSpPr>
            <p:cNvPr id="53" name="Ovaal 52">
              <a:extLst>
                <a:ext uri="{FF2B5EF4-FFF2-40B4-BE49-F238E27FC236}">
                  <a16:creationId xmlns:a16="http://schemas.microsoft.com/office/drawing/2014/main" id="{D7A99917-163B-EDEE-9728-EC781E9B20D6}"/>
                </a:ext>
              </a:extLst>
            </p:cNvPr>
            <p:cNvSpPr/>
            <p:nvPr/>
          </p:nvSpPr>
          <p:spPr>
            <a:xfrm>
              <a:off x="3403786" y="3052482"/>
              <a:ext cx="796738" cy="815054"/>
            </a:xfrm>
            <a:prstGeom prst="ellipse">
              <a:avLst/>
            </a:prstGeom>
            <a:solidFill>
              <a:schemeClr val="accent1"/>
            </a:solidFill>
            <a:ln w="635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350"/>
            </a:p>
          </p:txBody>
        </p:sp>
        <p:sp>
          <p:nvSpPr>
            <p:cNvPr id="54" name="Ovaal 53">
              <a:extLst>
                <a:ext uri="{FF2B5EF4-FFF2-40B4-BE49-F238E27FC236}">
                  <a16:creationId xmlns:a16="http://schemas.microsoft.com/office/drawing/2014/main" id="{BDE22241-F805-EC24-8DF7-78307CFB9F34}"/>
                </a:ext>
              </a:extLst>
            </p:cNvPr>
            <p:cNvSpPr/>
            <p:nvPr/>
          </p:nvSpPr>
          <p:spPr>
            <a:xfrm flipV="1">
              <a:off x="3608196" y="3261592"/>
              <a:ext cx="387918" cy="396835"/>
            </a:xfrm>
            <a:prstGeom prst="ellipse">
              <a:avLst/>
            </a:prstGeom>
            <a:solidFill>
              <a:schemeClr val="bg2"/>
            </a:solidFill>
            <a:ln w="152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350"/>
            </a:p>
          </p:txBody>
        </p:sp>
      </p:grpSp>
      <p:sp>
        <p:nvSpPr>
          <p:cNvPr id="55" name="Rechthoek 54">
            <a:extLst>
              <a:ext uri="{FF2B5EF4-FFF2-40B4-BE49-F238E27FC236}">
                <a16:creationId xmlns:a16="http://schemas.microsoft.com/office/drawing/2014/main" id="{477D763B-E7B7-D0D9-5E6A-CBECCF795894}"/>
              </a:ext>
            </a:extLst>
          </p:cNvPr>
          <p:cNvSpPr/>
          <p:nvPr/>
        </p:nvSpPr>
        <p:spPr>
          <a:xfrm>
            <a:off x="1487967" y="3600450"/>
            <a:ext cx="6360634" cy="71792"/>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NL" sz="1350"/>
          </a:p>
        </p:txBody>
      </p:sp>
      <p:grpSp>
        <p:nvGrpSpPr>
          <p:cNvPr id="61" name="Groep 60">
            <a:extLst>
              <a:ext uri="{FF2B5EF4-FFF2-40B4-BE49-F238E27FC236}">
                <a16:creationId xmlns:a16="http://schemas.microsoft.com/office/drawing/2014/main" id="{73596BB7-7412-FAC0-0AA8-FD8DA896ABF6}"/>
              </a:ext>
            </a:extLst>
          </p:cNvPr>
          <p:cNvGrpSpPr>
            <a:grpSpLocks noChangeAspect="1"/>
          </p:cNvGrpSpPr>
          <p:nvPr/>
        </p:nvGrpSpPr>
        <p:grpSpPr>
          <a:xfrm rot="5400000">
            <a:off x="3551823" y="3121154"/>
            <a:ext cx="641935" cy="288884"/>
            <a:chOff x="3403786" y="3052482"/>
            <a:chExt cx="1811152" cy="815054"/>
          </a:xfrm>
          <a:effectLst>
            <a:outerShdw blurRad="50800" dist="38100" dir="2700000" algn="tl" rotWithShape="0">
              <a:schemeClr val="accent3">
                <a:alpha val="40000"/>
              </a:schemeClr>
            </a:outerShdw>
          </a:effectLst>
        </p:grpSpPr>
        <p:sp>
          <p:nvSpPr>
            <p:cNvPr id="62" name="Rechthoek 61">
              <a:extLst>
                <a:ext uri="{FF2B5EF4-FFF2-40B4-BE49-F238E27FC236}">
                  <a16:creationId xmlns:a16="http://schemas.microsoft.com/office/drawing/2014/main" id="{6DD23EE1-0EAA-86CB-860B-75F39A080A43}"/>
                </a:ext>
              </a:extLst>
            </p:cNvPr>
            <p:cNvSpPr/>
            <p:nvPr/>
          </p:nvSpPr>
          <p:spPr>
            <a:xfrm>
              <a:off x="3798793" y="3265027"/>
              <a:ext cx="1213595" cy="38996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350"/>
            </a:p>
          </p:txBody>
        </p:sp>
        <p:sp>
          <p:nvSpPr>
            <p:cNvPr id="63" name="Gelijkbenige driehoek 62">
              <a:extLst>
                <a:ext uri="{FF2B5EF4-FFF2-40B4-BE49-F238E27FC236}">
                  <a16:creationId xmlns:a16="http://schemas.microsoft.com/office/drawing/2014/main" id="{E8CA40F8-B2C0-FBAD-53A6-CA03049BE0FC}"/>
                </a:ext>
              </a:extLst>
            </p:cNvPr>
            <p:cNvSpPr/>
            <p:nvPr/>
          </p:nvSpPr>
          <p:spPr>
            <a:xfrm rot="5400000">
              <a:off x="4918681" y="3358734"/>
              <a:ext cx="389964" cy="202550"/>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350"/>
            </a:p>
          </p:txBody>
        </p:sp>
        <p:sp>
          <p:nvSpPr>
            <p:cNvPr id="64" name="Ovaal 63">
              <a:extLst>
                <a:ext uri="{FF2B5EF4-FFF2-40B4-BE49-F238E27FC236}">
                  <a16:creationId xmlns:a16="http://schemas.microsoft.com/office/drawing/2014/main" id="{18319618-B4A4-76B3-2656-D4E7F7E5121F}"/>
                </a:ext>
              </a:extLst>
            </p:cNvPr>
            <p:cNvSpPr/>
            <p:nvPr/>
          </p:nvSpPr>
          <p:spPr>
            <a:xfrm>
              <a:off x="3403786" y="3052482"/>
              <a:ext cx="796738" cy="815054"/>
            </a:xfrm>
            <a:prstGeom prst="ellipse">
              <a:avLst/>
            </a:prstGeom>
            <a:solidFill>
              <a:schemeClr val="accent1"/>
            </a:solidFill>
            <a:ln w="635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350"/>
            </a:p>
          </p:txBody>
        </p:sp>
        <p:sp>
          <p:nvSpPr>
            <p:cNvPr id="65" name="Ovaal 64">
              <a:extLst>
                <a:ext uri="{FF2B5EF4-FFF2-40B4-BE49-F238E27FC236}">
                  <a16:creationId xmlns:a16="http://schemas.microsoft.com/office/drawing/2014/main" id="{244940F6-BB07-F1BA-CEB0-5ABE5CA4056B}"/>
                </a:ext>
              </a:extLst>
            </p:cNvPr>
            <p:cNvSpPr/>
            <p:nvPr/>
          </p:nvSpPr>
          <p:spPr>
            <a:xfrm flipV="1">
              <a:off x="3608196" y="3261592"/>
              <a:ext cx="387918" cy="396835"/>
            </a:xfrm>
            <a:prstGeom prst="ellipse">
              <a:avLst/>
            </a:prstGeom>
            <a:solidFill>
              <a:schemeClr val="bg2"/>
            </a:solidFill>
            <a:ln w="152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350"/>
            </a:p>
          </p:txBody>
        </p:sp>
      </p:grpSp>
      <p:grpSp>
        <p:nvGrpSpPr>
          <p:cNvPr id="66" name="Groep 65">
            <a:extLst>
              <a:ext uri="{FF2B5EF4-FFF2-40B4-BE49-F238E27FC236}">
                <a16:creationId xmlns:a16="http://schemas.microsoft.com/office/drawing/2014/main" id="{8213AC7F-A099-2173-7174-5ABA674028BB}"/>
              </a:ext>
            </a:extLst>
          </p:cNvPr>
          <p:cNvGrpSpPr>
            <a:grpSpLocks noChangeAspect="1"/>
          </p:cNvGrpSpPr>
          <p:nvPr/>
        </p:nvGrpSpPr>
        <p:grpSpPr>
          <a:xfrm rot="5400000">
            <a:off x="6434922" y="1733463"/>
            <a:ext cx="641935" cy="288884"/>
            <a:chOff x="3403786" y="3052482"/>
            <a:chExt cx="1811152" cy="815054"/>
          </a:xfrm>
          <a:effectLst>
            <a:outerShdw blurRad="50800" dist="38100" dir="2700000" algn="tl" rotWithShape="0">
              <a:schemeClr val="accent3">
                <a:alpha val="40000"/>
              </a:schemeClr>
            </a:outerShdw>
          </a:effectLst>
        </p:grpSpPr>
        <p:sp>
          <p:nvSpPr>
            <p:cNvPr id="67" name="Rechthoek 66">
              <a:extLst>
                <a:ext uri="{FF2B5EF4-FFF2-40B4-BE49-F238E27FC236}">
                  <a16:creationId xmlns:a16="http://schemas.microsoft.com/office/drawing/2014/main" id="{58192318-6E64-E8A5-3B4E-0C7D8072FC93}"/>
                </a:ext>
              </a:extLst>
            </p:cNvPr>
            <p:cNvSpPr/>
            <p:nvPr/>
          </p:nvSpPr>
          <p:spPr>
            <a:xfrm>
              <a:off x="3798793" y="3265027"/>
              <a:ext cx="1213595" cy="38996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350"/>
            </a:p>
          </p:txBody>
        </p:sp>
        <p:sp>
          <p:nvSpPr>
            <p:cNvPr id="68" name="Gelijkbenige driehoek 67">
              <a:extLst>
                <a:ext uri="{FF2B5EF4-FFF2-40B4-BE49-F238E27FC236}">
                  <a16:creationId xmlns:a16="http://schemas.microsoft.com/office/drawing/2014/main" id="{A1C77316-60B8-7CF0-9308-E87B98088927}"/>
                </a:ext>
              </a:extLst>
            </p:cNvPr>
            <p:cNvSpPr/>
            <p:nvPr/>
          </p:nvSpPr>
          <p:spPr>
            <a:xfrm rot="5400000">
              <a:off x="4918681" y="3358734"/>
              <a:ext cx="389964" cy="202550"/>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350"/>
            </a:p>
          </p:txBody>
        </p:sp>
        <p:sp>
          <p:nvSpPr>
            <p:cNvPr id="69" name="Ovaal 68">
              <a:extLst>
                <a:ext uri="{FF2B5EF4-FFF2-40B4-BE49-F238E27FC236}">
                  <a16:creationId xmlns:a16="http://schemas.microsoft.com/office/drawing/2014/main" id="{74E2532B-0B15-D38C-4A06-86B556AB8D0B}"/>
                </a:ext>
              </a:extLst>
            </p:cNvPr>
            <p:cNvSpPr/>
            <p:nvPr/>
          </p:nvSpPr>
          <p:spPr>
            <a:xfrm>
              <a:off x="3403786" y="3052482"/>
              <a:ext cx="796738" cy="815054"/>
            </a:xfrm>
            <a:prstGeom prst="ellipse">
              <a:avLst/>
            </a:prstGeom>
            <a:solidFill>
              <a:schemeClr val="accent1"/>
            </a:solidFill>
            <a:ln w="635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350"/>
            </a:p>
          </p:txBody>
        </p:sp>
        <p:sp>
          <p:nvSpPr>
            <p:cNvPr id="70" name="Ovaal 69">
              <a:extLst>
                <a:ext uri="{FF2B5EF4-FFF2-40B4-BE49-F238E27FC236}">
                  <a16:creationId xmlns:a16="http://schemas.microsoft.com/office/drawing/2014/main" id="{E003E628-2731-8059-2A37-FCF366463ABF}"/>
                </a:ext>
              </a:extLst>
            </p:cNvPr>
            <p:cNvSpPr/>
            <p:nvPr/>
          </p:nvSpPr>
          <p:spPr>
            <a:xfrm flipV="1">
              <a:off x="3608196" y="3261592"/>
              <a:ext cx="387918" cy="396835"/>
            </a:xfrm>
            <a:prstGeom prst="ellipse">
              <a:avLst/>
            </a:prstGeom>
            <a:solidFill>
              <a:schemeClr val="bg2"/>
            </a:solidFill>
            <a:ln w="152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350"/>
            </a:p>
          </p:txBody>
        </p:sp>
      </p:grpSp>
      <p:grpSp>
        <p:nvGrpSpPr>
          <p:cNvPr id="71" name="Groep 70">
            <a:extLst>
              <a:ext uri="{FF2B5EF4-FFF2-40B4-BE49-F238E27FC236}">
                <a16:creationId xmlns:a16="http://schemas.microsoft.com/office/drawing/2014/main" id="{7DD6B2D7-7D07-875E-1A6A-84F03B7DCAF8}"/>
              </a:ext>
            </a:extLst>
          </p:cNvPr>
          <p:cNvGrpSpPr>
            <a:grpSpLocks noChangeAspect="1"/>
          </p:cNvGrpSpPr>
          <p:nvPr/>
        </p:nvGrpSpPr>
        <p:grpSpPr>
          <a:xfrm rot="5400000">
            <a:off x="3335160" y="1626329"/>
            <a:ext cx="641935" cy="288884"/>
            <a:chOff x="3403786" y="3052482"/>
            <a:chExt cx="1811152" cy="815054"/>
          </a:xfrm>
          <a:effectLst>
            <a:outerShdw blurRad="50800" dist="38100" dir="2700000" algn="tl" rotWithShape="0">
              <a:schemeClr val="accent3">
                <a:alpha val="40000"/>
              </a:schemeClr>
            </a:outerShdw>
          </a:effectLst>
        </p:grpSpPr>
        <p:sp>
          <p:nvSpPr>
            <p:cNvPr id="72" name="Rechthoek 71">
              <a:extLst>
                <a:ext uri="{FF2B5EF4-FFF2-40B4-BE49-F238E27FC236}">
                  <a16:creationId xmlns:a16="http://schemas.microsoft.com/office/drawing/2014/main" id="{6B32CA14-2C08-A413-B058-BE77DFB1C56C}"/>
                </a:ext>
              </a:extLst>
            </p:cNvPr>
            <p:cNvSpPr/>
            <p:nvPr/>
          </p:nvSpPr>
          <p:spPr>
            <a:xfrm>
              <a:off x="3798793" y="3265027"/>
              <a:ext cx="1213595" cy="38996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350"/>
            </a:p>
          </p:txBody>
        </p:sp>
        <p:sp>
          <p:nvSpPr>
            <p:cNvPr id="73" name="Gelijkbenige driehoek 72">
              <a:extLst>
                <a:ext uri="{FF2B5EF4-FFF2-40B4-BE49-F238E27FC236}">
                  <a16:creationId xmlns:a16="http://schemas.microsoft.com/office/drawing/2014/main" id="{6E85C5DA-7D3B-1A68-77F5-AEF5FB8E43C4}"/>
                </a:ext>
              </a:extLst>
            </p:cNvPr>
            <p:cNvSpPr/>
            <p:nvPr/>
          </p:nvSpPr>
          <p:spPr>
            <a:xfrm rot="5400000">
              <a:off x="4918681" y="3358734"/>
              <a:ext cx="389964" cy="202550"/>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350"/>
            </a:p>
          </p:txBody>
        </p:sp>
        <p:sp>
          <p:nvSpPr>
            <p:cNvPr id="74" name="Ovaal 73">
              <a:extLst>
                <a:ext uri="{FF2B5EF4-FFF2-40B4-BE49-F238E27FC236}">
                  <a16:creationId xmlns:a16="http://schemas.microsoft.com/office/drawing/2014/main" id="{057C9808-27E0-F004-8551-FA29DFC8C577}"/>
                </a:ext>
              </a:extLst>
            </p:cNvPr>
            <p:cNvSpPr/>
            <p:nvPr/>
          </p:nvSpPr>
          <p:spPr>
            <a:xfrm>
              <a:off x="3403786" y="3052482"/>
              <a:ext cx="796738" cy="815054"/>
            </a:xfrm>
            <a:prstGeom prst="ellipse">
              <a:avLst/>
            </a:prstGeom>
            <a:solidFill>
              <a:schemeClr val="accent1"/>
            </a:solidFill>
            <a:ln w="635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350"/>
            </a:p>
          </p:txBody>
        </p:sp>
        <p:sp>
          <p:nvSpPr>
            <p:cNvPr id="75" name="Ovaal 74">
              <a:extLst>
                <a:ext uri="{FF2B5EF4-FFF2-40B4-BE49-F238E27FC236}">
                  <a16:creationId xmlns:a16="http://schemas.microsoft.com/office/drawing/2014/main" id="{9CA75398-2F58-DF87-200D-AA903D091D58}"/>
                </a:ext>
              </a:extLst>
            </p:cNvPr>
            <p:cNvSpPr/>
            <p:nvPr/>
          </p:nvSpPr>
          <p:spPr>
            <a:xfrm flipV="1">
              <a:off x="3608196" y="3261592"/>
              <a:ext cx="387918" cy="396835"/>
            </a:xfrm>
            <a:prstGeom prst="ellipse">
              <a:avLst/>
            </a:prstGeom>
            <a:solidFill>
              <a:schemeClr val="bg2"/>
            </a:solidFill>
            <a:ln w="152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350"/>
            </a:p>
          </p:txBody>
        </p:sp>
      </p:grpSp>
      <p:grpSp>
        <p:nvGrpSpPr>
          <p:cNvPr id="78" name="Groep 77">
            <a:extLst>
              <a:ext uri="{FF2B5EF4-FFF2-40B4-BE49-F238E27FC236}">
                <a16:creationId xmlns:a16="http://schemas.microsoft.com/office/drawing/2014/main" id="{88787573-E208-8F03-BE8E-8EE88D972AC4}"/>
              </a:ext>
            </a:extLst>
          </p:cNvPr>
          <p:cNvGrpSpPr/>
          <p:nvPr/>
        </p:nvGrpSpPr>
        <p:grpSpPr>
          <a:xfrm>
            <a:off x="6490236" y="2451177"/>
            <a:ext cx="1358364" cy="611291"/>
            <a:chOff x="4581992" y="1856481"/>
            <a:chExt cx="1811152" cy="815054"/>
          </a:xfrm>
        </p:grpSpPr>
        <p:sp>
          <p:nvSpPr>
            <p:cNvPr id="36" name="Rechthoek 35">
              <a:extLst>
                <a:ext uri="{FF2B5EF4-FFF2-40B4-BE49-F238E27FC236}">
                  <a16:creationId xmlns:a16="http://schemas.microsoft.com/office/drawing/2014/main" id="{25609012-ECE4-C287-7A85-9C242D0A1C46}"/>
                </a:ext>
              </a:extLst>
            </p:cNvPr>
            <p:cNvSpPr/>
            <p:nvPr/>
          </p:nvSpPr>
          <p:spPr>
            <a:xfrm>
              <a:off x="4976999" y="2069026"/>
              <a:ext cx="1213595" cy="38996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350"/>
            </a:p>
          </p:txBody>
        </p:sp>
        <p:sp>
          <p:nvSpPr>
            <p:cNvPr id="37" name="Gelijkbenige driehoek 36">
              <a:extLst>
                <a:ext uri="{FF2B5EF4-FFF2-40B4-BE49-F238E27FC236}">
                  <a16:creationId xmlns:a16="http://schemas.microsoft.com/office/drawing/2014/main" id="{9E31EDF8-DE0F-2E26-CBBA-22D2546CE318}"/>
                </a:ext>
              </a:extLst>
            </p:cNvPr>
            <p:cNvSpPr/>
            <p:nvPr/>
          </p:nvSpPr>
          <p:spPr>
            <a:xfrm rot="5400000">
              <a:off x="6096887" y="2162733"/>
              <a:ext cx="389964" cy="202550"/>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350"/>
            </a:p>
          </p:txBody>
        </p:sp>
        <p:sp>
          <p:nvSpPr>
            <p:cNvPr id="38" name="Ovaal 37">
              <a:extLst>
                <a:ext uri="{FF2B5EF4-FFF2-40B4-BE49-F238E27FC236}">
                  <a16:creationId xmlns:a16="http://schemas.microsoft.com/office/drawing/2014/main" id="{A39B615D-D525-1468-5D0A-E8605A0915C1}"/>
                </a:ext>
              </a:extLst>
            </p:cNvPr>
            <p:cNvSpPr/>
            <p:nvPr/>
          </p:nvSpPr>
          <p:spPr>
            <a:xfrm>
              <a:off x="4581992" y="1856481"/>
              <a:ext cx="796738" cy="815054"/>
            </a:xfrm>
            <a:prstGeom prst="ellipse">
              <a:avLst/>
            </a:prstGeom>
            <a:solidFill>
              <a:schemeClr val="accent1"/>
            </a:solidFill>
            <a:ln w="635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350"/>
            </a:p>
          </p:txBody>
        </p:sp>
        <p:sp>
          <p:nvSpPr>
            <p:cNvPr id="39" name="Ovaal 38">
              <a:extLst>
                <a:ext uri="{FF2B5EF4-FFF2-40B4-BE49-F238E27FC236}">
                  <a16:creationId xmlns:a16="http://schemas.microsoft.com/office/drawing/2014/main" id="{10F01FD1-C84A-7F5C-6CD4-18FE44D01460}"/>
                </a:ext>
              </a:extLst>
            </p:cNvPr>
            <p:cNvSpPr/>
            <p:nvPr/>
          </p:nvSpPr>
          <p:spPr>
            <a:xfrm>
              <a:off x="4687888" y="1964810"/>
              <a:ext cx="584948" cy="598394"/>
            </a:xfrm>
            <a:prstGeom prst="ellipse">
              <a:avLst/>
            </a:prstGeom>
            <a:solidFill>
              <a:schemeClr val="bg2"/>
            </a:solidFill>
            <a:ln w="152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350"/>
            </a:p>
          </p:txBody>
        </p:sp>
        <p:pic>
          <p:nvPicPr>
            <p:cNvPr id="77" name="Graphic 76" descr="Klembord met vinkjes met effen opvulling">
              <a:extLst>
                <a:ext uri="{FF2B5EF4-FFF2-40B4-BE49-F238E27FC236}">
                  <a16:creationId xmlns:a16="http://schemas.microsoft.com/office/drawing/2014/main" id="{852081E6-0419-CEEE-4AC6-6441F2282B8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52223" y="2034861"/>
              <a:ext cx="456275" cy="456275"/>
            </a:xfrm>
            <a:prstGeom prst="rect">
              <a:avLst/>
            </a:prstGeom>
          </p:spPr>
        </p:pic>
      </p:grpSp>
      <p:grpSp>
        <p:nvGrpSpPr>
          <p:cNvPr id="79" name="Groep 78">
            <a:extLst>
              <a:ext uri="{FF2B5EF4-FFF2-40B4-BE49-F238E27FC236}">
                <a16:creationId xmlns:a16="http://schemas.microsoft.com/office/drawing/2014/main" id="{9D53985B-9918-926C-01E9-FB19F296DD16}"/>
              </a:ext>
            </a:extLst>
          </p:cNvPr>
          <p:cNvGrpSpPr/>
          <p:nvPr/>
        </p:nvGrpSpPr>
        <p:grpSpPr>
          <a:xfrm rot="5400000">
            <a:off x="162642" y="1404634"/>
            <a:ext cx="1358364" cy="611291"/>
            <a:chOff x="4581992" y="1856481"/>
            <a:chExt cx="1811152" cy="815054"/>
          </a:xfrm>
        </p:grpSpPr>
        <p:sp>
          <p:nvSpPr>
            <p:cNvPr id="80" name="Rechthoek 79">
              <a:extLst>
                <a:ext uri="{FF2B5EF4-FFF2-40B4-BE49-F238E27FC236}">
                  <a16:creationId xmlns:a16="http://schemas.microsoft.com/office/drawing/2014/main" id="{06AE99E7-0C9B-EECB-3F3F-A70D66D46E66}"/>
                </a:ext>
              </a:extLst>
            </p:cNvPr>
            <p:cNvSpPr/>
            <p:nvPr/>
          </p:nvSpPr>
          <p:spPr>
            <a:xfrm>
              <a:off x="4976999" y="2069026"/>
              <a:ext cx="1213595" cy="38996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350"/>
            </a:p>
          </p:txBody>
        </p:sp>
        <p:sp>
          <p:nvSpPr>
            <p:cNvPr id="81" name="Gelijkbenige driehoek 80">
              <a:extLst>
                <a:ext uri="{FF2B5EF4-FFF2-40B4-BE49-F238E27FC236}">
                  <a16:creationId xmlns:a16="http://schemas.microsoft.com/office/drawing/2014/main" id="{91D3F56F-5F66-476C-9B91-C31F987FABDF}"/>
                </a:ext>
              </a:extLst>
            </p:cNvPr>
            <p:cNvSpPr/>
            <p:nvPr/>
          </p:nvSpPr>
          <p:spPr>
            <a:xfrm rot="5400000">
              <a:off x="6096887" y="2162733"/>
              <a:ext cx="389964" cy="202550"/>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350"/>
            </a:p>
          </p:txBody>
        </p:sp>
        <p:sp>
          <p:nvSpPr>
            <p:cNvPr id="82" name="Ovaal 81">
              <a:extLst>
                <a:ext uri="{FF2B5EF4-FFF2-40B4-BE49-F238E27FC236}">
                  <a16:creationId xmlns:a16="http://schemas.microsoft.com/office/drawing/2014/main" id="{1DA69F9F-AEA0-3E15-64A4-DDBAE6B0811A}"/>
                </a:ext>
              </a:extLst>
            </p:cNvPr>
            <p:cNvSpPr/>
            <p:nvPr/>
          </p:nvSpPr>
          <p:spPr>
            <a:xfrm>
              <a:off x="4581992" y="1856481"/>
              <a:ext cx="796738" cy="815054"/>
            </a:xfrm>
            <a:prstGeom prst="ellipse">
              <a:avLst/>
            </a:prstGeom>
            <a:solidFill>
              <a:schemeClr val="accent1"/>
            </a:solidFill>
            <a:ln w="635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350"/>
            </a:p>
          </p:txBody>
        </p:sp>
        <p:sp>
          <p:nvSpPr>
            <p:cNvPr id="83" name="Ovaal 82">
              <a:extLst>
                <a:ext uri="{FF2B5EF4-FFF2-40B4-BE49-F238E27FC236}">
                  <a16:creationId xmlns:a16="http://schemas.microsoft.com/office/drawing/2014/main" id="{AD292284-4075-8F2B-7DAB-0CF7BEE85001}"/>
                </a:ext>
              </a:extLst>
            </p:cNvPr>
            <p:cNvSpPr/>
            <p:nvPr/>
          </p:nvSpPr>
          <p:spPr>
            <a:xfrm rot="20095285">
              <a:off x="4687888" y="1964810"/>
              <a:ext cx="584948" cy="598394"/>
            </a:xfrm>
            <a:prstGeom prst="ellipse">
              <a:avLst/>
            </a:prstGeom>
            <a:solidFill>
              <a:schemeClr val="bg2"/>
            </a:solidFill>
            <a:ln w="152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sz="1350"/>
            </a:p>
          </p:txBody>
        </p:sp>
        <p:pic>
          <p:nvPicPr>
            <p:cNvPr id="84" name="Graphic 83" descr="Klembord met vinkjes met effen opvulling">
              <a:extLst>
                <a:ext uri="{FF2B5EF4-FFF2-40B4-BE49-F238E27FC236}">
                  <a16:creationId xmlns:a16="http://schemas.microsoft.com/office/drawing/2014/main" id="{64754B76-A5BD-75C9-1726-2BA9AC8DEEB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4752223" y="2034861"/>
              <a:ext cx="456275" cy="456275"/>
            </a:xfrm>
            <a:prstGeom prst="rect">
              <a:avLst/>
            </a:prstGeom>
          </p:spPr>
        </p:pic>
      </p:grpSp>
    </p:spTree>
    <p:extLst>
      <p:ext uri="{BB962C8B-B14F-4D97-AF65-F5344CB8AC3E}">
        <p14:creationId xmlns:p14="http://schemas.microsoft.com/office/powerpoint/2010/main" val="4772300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80FEEC19-2D73-A3B2-704C-39EBEDF6B10C}"/>
              </a:ext>
            </a:extLst>
          </p:cNvPr>
          <p:cNvSpPr>
            <a:spLocks noGrp="1"/>
          </p:cNvSpPr>
          <p:nvPr>
            <p:ph type="title"/>
          </p:nvPr>
        </p:nvSpPr>
        <p:spPr/>
        <p:txBody>
          <a:bodyPr/>
          <a:lstStyle/>
          <a:p>
            <a:r>
              <a:rPr lang="en-US" dirty="0"/>
              <a:t>STYLE ELEMENTS</a:t>
            </a:r>
            <a:endParaRPr lang="en-NL" dirty="0"/>
          </a:p>
        </p:txBody>
      </p:sp>
      <p:sp>
        <p:nvSpPr>
          <p:cNvPr id="8" name="Tijdelijke aanduiding voor inhoud 7">
            <a:extLst>
              <a:ext uri="{FF2B5EF4-FFF2-40B4-BE49-F238E27FC236}">
                <a16:creationId xmlns:a16="http://schemas.microsoft.com/office/drawing/2014/main" id="{745ADD4A-410E-BFED-F45D-8B51962E7811}"/>
              </a:ext>
            </a:extLst>
          </p:cNvPr>
          <p:cNvSpPr>
            <a:spLocks noGrp="1"/>
          </p:cNvSpPr>
          <p:nvPr>
            <p:ph sz="quarter" idx="10"/>
          </p:nvPr>
        </p:nvSpPr>
        <p:spPr/>
        <p:txBody>
          <a:bodyPr/>
          <a:lstStyle/>
          <a:p>
            <a:endParaRPr lang="en-NL"/>
          </a:p>
        </p:txBody>
      </p:sp>
      <p:sp>
        <p:nvSpPr>
          <p:cNvPr id="9" name="Tijdelijke aanduiding voor tekst 8">
            <a:extLst>
              <a:ext uri="{FF2B5EF4-FFF2-40B4-BE49-F238E27FC236}">
                <a16:creationId xmlns:a16="http://schemas.microsoft.com/office/drawing/2014/main" id="{8A615F07-7783-C8F9-68A5-2B3746B25393}"/>
              </a:ext>
            </a:extLst>
          </p:cNvPr>
          <p:cNvSpPr>
            <a:spLocks noGrp="1"/>
          </p:cNvSpPr>
          <p:nvPr>
            <p:ph type="body" sz="quarter" idx="11"/>
          </p:nvPr>
        </p:nvSpPr>
        <p:spPr/>
        <p:txBody>
          <a:bodyPr/>
          <a:lstStyle/>
          <a:p>
            <a:pPr marL="0" indent="0">
              <a:buNone/>
            </a:pPr>
            <a:r>
              <a:rPr lang="en-US" dirty="0"/>
              <a:t>DEFAULT - styles</a:t>
            </a:r>
            <a:endParaRPr lang="en-NL" dirty="0"/>
          </a:p>
        </p:txBody>
      </p:sp>
      <p:grpSp>
        <p:nvGrpSpPr>
          <p:cNvPr id="12" name="Groep 11">
            <a:extLst>
              <a:ext uri="{FF2B5EF4-FFF2-40B4-BE49-F238E27FC236}">
                <a16:creationId xmlns:a16="http://schemas.microsoft.com/office/drawing/2014/main" id="{AC69E5DA-4E32-1B35-B29A-5AFC99589845}"/>
              </a:ext>
            </a:extLst>
          </p:cNvPr>
          <p:cNvGrpSpPr/>
          <p:nvPr/>
        </p:nvGrpSpPr>
        <p:grpSpPr>
          <a:xfrm>
            <a:off x="1330005" y="1268685"/>
            <a:ext cx="2011680" cy="1005840"/>
            <a:chOff x="1325880" y="1649685"/>
            <a:chExt cx="2011680" cy="1005840"/>
          </a:xfrm>
        </p:grpSpPr>
        <p:sp>
          <p:nvSpPr>
            <p:cNvPr id="3" name="Shape 19">
              <a:extLst>
                <a:ext uri="{FF2B5EF4-FFF2-40B4-BE49-F238E27FC236}">
                  <a16:creationId xmlns:a16="http://schemas.microsoft.com/office/drawing/2014/main" id="{6FD1217F-3612-FF34-6425-EDDCF644F90B}"/>
                </a:ext>
              </a:extLst>
            </p:cNvPr>
            <p:cNvSpPr/>
            <p:nvPr/>
          </p:nvSpPr>
          <p:spPr>
            <a:xfrm>
              <a:off x="1325880" y="1649685"/>
              <a:ext cx="2011680" cy="1005840"/>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n-NL"/>
            </a:p>
          </p:txBody>
        </p:sp>
        <p:sp>
          <p:nvSpPr>
            <p:cNvPr id="4" name="Shape 20">
              <a:extLst>
                <a:ext uri="{FF2B5EF4-FFF2-40B4-BE49-F238E27FC236}">
                  <a16:creationId xmlns:a16="http://schemas.microsoft.com/office/drawing/2014/main" id="{102D6DE6-3A94-67EF-D691-25C1F011E168}"/>
                </a:ext>
              </a:extLst>
            </p:cNvPr>
            <p:cNvSpPr/>
            <p:nvPr/>
          </p:nvSpPr>
          <p:spPr>
            <a:xfrm>
              <a:off x="1325880" y="1649685"/>
              <a:ext cx="2011680" cy="36576"/>
            </a:xfrm>
            <a:prstGeom prst="rect">
              <a:avLst/>
            </a:prstGeom>
            <a:solidFill>
              <a:schemeClr val="accent1"/>
            </a:solidFill>
            <a:ln/>
          </p:spPr>
          <p:txBody>
            <a:bodyPr/>
            <a:lstStyle/>
            <a:p>
              <a:endParaRPr lang="en-NL"/>
            </a:p>
          </p:txBody>
        </p:sp>
        <p:sp>
          <p:nvSpPr>
            <p:cNvPr id="5" name="Text 21">
              <a:extLst>
                <a:ext uri="{FF2B5EF4-FFF2-40B4-BE49-F238E27FC236}">
                  <a16:creationId xmlns:a16="http://schemas.microsoft.com/office/drawing/2014/main" id="{F97E3B98-8431-F905-67C0-E49CC3CF227C}"/>
                </a:ext>
              </a:extLst>
            </p:cNvPr>
            <p:cNvSpPr/>
            <p:nvPr/>
          </p:nvSpPr>
          <p:spPr>
            <a:xfrm>
              <a:off x="1849958" y="1722837"/>
              <a:ext cx="1487602" cy="502920"/>
            </a:xfrm>
            <a:prstGeom prst="rect">
              <a:avLst/>
            </a:prstGeom>
            <a:noFill/>
            <a:ln/>
          </p:spPr>
          <p:txBody>
            <a:bodyPr wrap="square" rtlCol="0" anchor="ctr"/>
            <a:lstStyle/>
            <a:p>
              <a:pPr algn="ctr"/>
              <a:r>
                <a:rPr lang="en-US" sz="2600" b="1" dirty="0">
                  <a:solidFill>
                    <a:schemeClr val="accent1"/>
                  </a:solidFill>
                  <a:ea typeface="Trebuchet MS" pitchFamily="34" charset="-122"/>
                  <a:cs typeface="Trebuchet MS" pitchFamily="34" charset="-120"/>
                </a:rPr>
                <a:t>170×</a:t>
              </a:r>
              <a:endParaRPr lang="en-US" sz="2600" dirty="0">
                <a:solidFill>
                  <a:schemeClr val="accent1"/>
                </a:solidFill>
              </a:endParaRPr>
            </a:p>
          </p:txBody>
        </p:sp>
        <p:sp>
          <p:nvSpPr>
            <p:cNvPr id="6" name="Text 22">
              <a:extLst>
                <a:ext uri="{FF2B5EF4-FFF2-40B4-BE49-F238E27FC236}">
                  <a16:creationId xmlns:a16="http://schemas.microsoft.com/office/drawing/2014/main" id="{2F0DC3E3-D38D-75C8-132B-3D34B60E983A}"/>
                </a:ext>
              </a:extLst>
            </p:cNvPr>
            <p:cNvSpPr/>
            <p:nvPr/>
          </p:nvSpPr>
          <p:spPr>
            <a:xfrm>
              <a:off x="1849958" y="2253189"/>
              <a:ext cx="1487602" cy="274320"/>
            </a:xfrm>
            <a:prstGeom prst="rect">
              <a:avLst/>
            </a:prstGeom>
            <a:noFill/>
            <a:ln/>
          </p:spPr>
          <p:txBody>
            <a:bodyPr wrap="square" rtlCol="0" anchor="ctr"/>
            <a:lstStyle/>
            <a:p>
              <a:pPr algn="ctr"/>
              <a:r>
                <a:rPr lang="en-US" sz="1000" dirty="0">
                  <a:solidFill>
                    <a:srgbClr val="7A8B96"/>
                  </a:solidFill>
                </a:rPr>
                <a:t>Max Speedup</a:t>
              </a:r>
              <a:endParaRPr lang="en-US" sz="1000" dirty="0"/>
            </a:p>
          </p:txBody>
        </p:sp>
        <p:pic>
          <p:nvPicPr>
            <p:cNvPr id="11" name="Graphic 10" descr="Meter met effen opvulling">
              <a:extLst>
                <a:ext uri="{FF2B5EF4-FFF2-40B4-BE49-F238E27FC236}">
                  <a16:creationId xmlns:a16="http://schemas.microsoft.com/office/drawing/2014/main" id="{6AC4DFC1-A6B3-4F8C-81FE-68E9CC21221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35250" y="1766943"/>
              <a:ext cx="414708" cy="414708"/>
            </a:xfrm>
            <a:prstGeom prst="rect">
              <a:avLst/>
            </a:prstGeom>
          </p:spPr>
        </p:pic>
      </p:grpSp>
      <p:grpSp>
        <p:nvGrpSpPr>
          <p:cNvPr id="13" name="Groep 12">
            <a:extLst>
              <a:ext uri="{FF2B5EF4-FFF2-40B4-BE49-F238E27FC236}">
                <a16:creationId xmlns:a16="http://schemas.microsoft.com/office/drawing/2014/main" id="{6DB367FF-910E-803D-370C-9FC15970FFF5}"/>
              </a:ext>
            </a:extLst>
          </p:cNvPr>
          <p:cNvGrpSpPr/>
          <p:nvPr/>
        </p:nvGrpSpPr>
        <p:grpSpPr>
          <a:xfrm>
            <a:off x="3494085" y="1268685"/>
            <a:ext cx="2011680" cy="1005840"/>
            <a:chOff x="1325880" y="1649685"/>
            <a:chExt cx="2011680" cy="1005840"/>
          </a:xfrm>
        </p:grpSpPr>
        <p:sp>
          <p:nvSpPr>
            <p:cNvPr id="14" name="Shape 19">
              <a:extLst>
                <a:ext uri="{FF2B5EF4-FFF2-40B4-BE49-F238E27FC236}">
                  <a16:creationId xmlns:a16="http://schemas.microsoft.com/office/drawing/2014/main" id="{49AD163E-01E8-69FC-2A9C-79401E4E1D28}"/>
                </a:ext>
              </a:extLst>
            </p:cNvPr>
            <p:cNvSpPr/>
            <p:nvPr/>
          </p:nvSpPr>
          <p:spPr>
            <a:xfrm>
              <a:off x="1325880" y="1649685"/>
              <a:ext cx="2011680" cy="1005840"/>
            </a:xfrm>
            <a:prstGeom prst="rect">
              <a:avLst/>
            </a:prstGeom>
            <a:solidFill>
              <a:srgbClr val="FFFFFF"/>
            </a:solidFill>
            <a:ln/>
            <a:effectLst>
              <a:outerShdw blurRad="63500" dist="25400" dir="8100000" algn="bl" rotWithShape="0">
                <a:srgbClr val="000000">
                  <a:alpha val="7000"/>
                </a:srgbClr>
              </a:outerShdw>
            </a:effectLst>
          </p:spPr>
          <p:txBody>
            <a:bodyPr/>
            <a:lstStyle/>
            <a:p>
              <a:endParaRPr lang="en-NL"/>
            </a:p>
          </p:txBody>
        </p:sp>
        <p:sp>
          <p:nvSpPr>
            <p:cNvPr id="15" name="Shape 20">
              <a:extLst>
                <a:ext uri="{FF2B5EF4-FFF2-40B4-BE49-F238E27FC236}">
                  <a16:creationId xmlns:a16="http://schemas.microsoft.com/office/drawing/2014/main" id="{51EA1341-D7B7-81E5-E471-1281363B4FAB}"/>
                </a:ext>
              </a:extLst>
            </p:cNvPr>
            <p:cNvSpPr/>
            <p:nvPr/>
          </p:nvSpPr>
          <p:spPr>
            <a:xfrm>
              <a:off x="1325880" y="1649685"/>
              <a:ext cx="2011680" cy="36576"/>
            </a:xfrm>
            <a:prstGeom prst="rect">
              <a:avLst/>
            </a:prstGeom>
            <a:solidFill>
              <a:schemeClr val="tx2"/>
            </a:solidFill>
            <a:ln/>
          </p:spPr>
          <p:txBody>
            <a:bodyPr/>
            <a:lstStyle/>
            <a:p>
              <a:endParaRPr lang="en-NL"/>
            </a:p>
          </p:txBody>
        </p:sp>
        <p:sp>
          <p:nvSpPr>
            <p:cNvPr id="16" name="Text 21">
              <a:extLst>
                <a:ext uri="{FF2B5EF4-FFF2-40B4-BE49-F238E27FC236}">
                  <a16:creationId xmlns:a16="http://schemas.microsoft.com/office/drawing/2014/main" id="{35AD4CA7-97A3-A823-098E-4D47422A5CE4}"/>
                </a:ext>
              </a:extLst>
            </p:cNvPr>
            <p:cNvSpPr/>
            <p:nvPr/>
          </p:nvSpPr>
          <p:spPr>
            <a:xfrm>
              <a:off x="1849958" y="1722837"/>
              <a:ext cx="1487602" cy="502920"/>
            </a:xfrm>
            <a:prstGeom prst="rect">
              <a:avLst/>
            </a:prstGeom>
            <a:noFill/>
            <a:ln/>
          </p:spPr>
          <p:txBody>
            <a:bodyPr wrap="square" rtlCol="0" anchor="ctr"/>
            <a:lstStyle/>
            <a:p>
              <a:pPr algn="ctr"/>
              <a:r>
                <a:rPr lang="en-US" sz="2600" b="1" dirty="0">
                  <a:solidFill>
                    <a:schemeClr val="accent3"/>
                  </a:solidFill>
                  <a:ea typeface="Trebuchet MS" pitchFamily="34" charset="-122"/>
                  <a:cs typeface="Trebuchet MS" pitchFamily="34" charset="-120"/>
                </a:rPr>
                <a:t>170×</a:t>
              </a:r>
              <a:endParaRPr lang="en-US" sz="2600" dirty="0">
                <a:solidFill>
                  <a:schemeClr val="accent3"/>
                </a:solidFill>
              </a:endParaRPr>
            </a:p>
          </p:txBody>
        </p:sp>
        <p:sp>
          <p:nvSpPr>
            <p:cNvPr id="17" name="Text 22">
              <a:extLst>
                <a:ext uri="{FF2B5EF4-FFF2-40B4-BE49-F238E27FC236}">
                  <a16:creationId xmlns:a16="http://schemas.microsoft.com/office/drawing/2014/main" id="{4BC7C28E-C8D6-F83B-74CC-9BC51CCCD426}"/>
                </a:ext>
              </a:extLst>
            </p:cNvPr>
            <p:cNvSpPr/>
            <p:nvPr/>
          </p:nvSpPr>
          <p:spPr>
            <a:xfrm>
              <a:off x="1849958" y="2253189"/>
              <a:ext cx="1487602" cy="274320"/>
            </a:xfrm>
            <a:prstGeom prst="rect">
              <a:avLst/>
            </a:prstGeom>
            <a:noFill/>
            <a:ln/>
          </p:spPr>
          <p:txBody>
            <a:bodyPr wrap="square" rtlCol="0" anchor="ctr"/>
            <a:lstStyle/>
            <a:p>
              <a:pPr algn="ctr"/>
              <a:r>
                <a:rPr lang="en-US" sz="1000" dirty="0">
                  <a:solidFill>
                    <a:schemeClr val="accent3"/>
                  </a:solidFill>
                </a:rPr>
                <a:t>Max Speedup</a:t>
              </a:r>
            </a:p>
          </p:txBody>
        </p:sp>
        <p:pic>
          <p:nvPicPr>
            <p:cNvPr id="18" name="Graphic 17" descr="Meter met effen opvulling">
              <a:extLst>
                <a:ext uri="{FF2B5EF4-FFF2-40B4-BE49-F238E27FC236}">
                  <a16:creationId xmlns:a16="http://schemas.microsoft.com/office/drawing/2014/main" id="{34E2E2DD-4FF6-8143-7BDC-A1CEEBFF3BE6}"/>
                </a:ext>
              </a:extLst>
            </p:cNvPr>
            <p:cNvPicPr>
              <a:picLocks noChangeAspect="1"/>
            </p:cNvPicPr>
            <p:nvPr/>
          </p:nvPicPr>
          <p:blipFill>
            <a:blip r:embed="rId2">
              <a:extLst>
                <a:ext uri="{96DAC541-7B7A-43D3-8B79-37D633B846F1}">
                  <asvg:svgBlip xmlns:asvg="http://schemas.microsoft.com/office/drawing/2016/SVG/main" r:embed="rId4"/>
                </a:ext>
              </a:extLst>
            </a:blip>
            <a:stretch>
              <a:fillRect/>
            </a:stretch>
          </p:blipFill>
          <p:spPr>
            <a:xfrm>
              <a:off x="1435250" y="1766943"/>
              <a:ext cx="414708" cy="414708"/>
            </a:xfrm>
            <a:prstGeom prst="rect">
              <a:avLst/>
            </a:prstGeom>
          </p:spPr>
        </p:pic>
      </p:grpSp>
      <p:grpSp>
        <p:nvGrpSpPr>
          <p:cNvPr id="25" name="Groep 24">
            <a:extLst>
              <a:ext uri="{FF2B5EF4-FFF2-40B4-BE49-F238E27FC236}">
                <a16:creationId xmlns:a16="http://schemas.microsoft.com/office/drawing/2014/main" id="{A9CB7639-7652-0931-6827-A39E83C0BE54}"/>
              </a:ext>
            </a:extLst>
          </p:cNvPr>
          <p:cNvGrpSpPr/>
          <p:nvPr/>
        </p:nvGrpSpPr>
        <p:grpSpPr>
          <a:xfrm>
            <a:off x="5615135" y="1270298"/>
            <a:ext cx="2468880" cy="2122843"/>
            <a:chOff x="5853953" y="1717637"/>
            <a:chExt cx="2239922" cy="2194560"/>
          </a:xfrm>
        </p:grpSpPr>
        <p:sp>
          <p:nvSpPr>
            <p:cNvPr id="20" name="Shape 4">
              <a:extLst>
                <a:ext uri="{FF2B5EF4-FFF2-40B4-BE49-F238E27FC236}">
                  <a16:creationId xmlns:a16="http://schemas.microsoft.com/office/drawing/2014/main" id="{AB67C48F-A82E-F499-061C-81A7956734B9}"/>
                </a:ext>
              </a:extLst>
            </p:cNvPr>
            <p:cNvSpPr/>
            <p:nvPr/>
          </p:nvSpPr>
          <p:spPr>
            <a:xfrm>
              <a:off x="5853953" y="1717637"/>
              <a:ext cx="2239922" cy="2194560"/>
            </a:xfrm>
            <a:prstGeom prst="rect">
              <a:avLst/>
            </a:prstGeom>
            <a:solidFill>
              <a:schemeClr val="tx2"/>
            </a:solidFill>
            <a:ln/>
            <a:effectLst>
              <a:outerShdw blurRad="127000" dist="38100" dir="8100000" algn="bl" rotWithShape="0">
                <a:srgbClr val="000000">
                  <a:alpha val="12000"/>
                </a:srgbClr>
              </a:outerShdw>
            </a:effectLst>
          </p:spPr>
          <p:txBody>
            <a:bodyPr/>
            <a:lstStyle/>
            <a:p>
              <a:endParaRPr lang="en-NL"/>
            </a:p>
          </p:txBody>
        </p:sp>
        <p:sp>
          <p:nvSpPr>
            <p:cNvPr id="21" name="Shape 5">
              <a:extLst>
                <a:ext uri="{FF2B5EF4-FFF2-40B4-BE49-F238E27FC236}">
                  <a16:creationId xmlns:a16="http://schemas.microsoft.com/office/drawing/2014/main" id="{3417CD0F-C5E8-FB14-9656-C5036D3B0D83}"/>
                </a:ext>
              </a:extLst>
            </p:cNvPr>
            <p:cNvSpPr/>
            <p:nvPr/>
          </p:nvSpPr>
          <p:spPr>
            <a:xfrm>
              <a:off x="5853953" y="1717637"/>
              <a:ext cx="2239922" cy="36576"/>
            </a:xfrm>
            <a:prstGeom prst="rect">
              <a:avLst/>
            </a:prstGeom>
            <a:solidFill>
              <a:schemeClr val="accent1"/>
            </a:solidFill>
            <a:ln/>
          </p:spPr>
          <p:txBody>
            <a:bodyPr/>
            <a:lstStyle/>
            <a:p>
              <a:endParaRPr lang="en-NL"/>
            </a:p>
          </p:txBody>
        </p:sp>
        <p:sp>
          <p:nvSpPr>
            <p:cNvPr id="22" name="Text 6">
              <a:extLst>
                <a:ext uri="{FF2B5EF4-FFF2-40B4-BE49-F238E27FC236}">
                  <a16:creationId xmlns:a16="http://schemas.microsoft.com/office/drawing/2014/main" id="{76AE9CFD-5662-B0CE-D9FE-31164DCA8281}"/>
                </a:ext>
              </a:extLst>
            </p:cNvPr>
            <p:cNvSpPr/>
            <p:nvPr/>
          </p:nvSpPr>
          <p:spPr>
            <a:xfrm>
              <a:off x="5935438" y="1818221"/>
              <a:ext cx="2012133" cy="320040"/>
            </a:xfrm>
            <a:prstGeom prst="rect">
              <a:avLst/>
            </a:prstGeom>
            <a:noFill/>
            <a:ln/>
          </p:spPr>
          <p:txBody>
            <a:bodyPr wrap="square" rtlCol="0" anchor="ctr"/>
            <a:lstStyle/>
            <a:p>
              <a:r>
                <a:rPr lang="en-US" sz="1400" b="1" dirty="0">
                  <a:solidFill>
                    <a:schemeClr val="bg2"/>
                  </a:solidFill>
                  <a:ea typeface="Trebuchet MS" pitchFamily="34" charset="-122"/>
                  <a:cs typeface="Trebuchet MS" pitchFamily="34" charset="-120"/>
                </a:rPr>
                <a:t>Key Point 1</a:t>
              </a:r>
              <a:endParaRPr lang="en-US" sz="1400" dirty="0">
                <a:solidFill>
                  <a:schemeClr val="bg2"/>
                </a:solidFill>
              </a:endParaRPr>
            </a:p>
          </p:txBody>
        </p:sp>
        <p:sp>
          <p:nvSpPr>
            <p:cNvPr id="23" name="Text 7">
              <a:extLst>
                <a:ext uri="{FF2B5EF4-FFF2-40B4-BE49-F238E27FC236}">
                  <a16:creationId xmlns:a16="http://schemas.microsoft.com/office/drawing/2014/main" id="{8640C513-0F7B-A1D3-51A0-FF832EF19695}"/>
                </a:ext>
              </a:extLst>
            </p:cNvPr>
            <p:cNvSpPr/>
            <p:nvPr/>
          </p:nvSpPr>
          <p:spPr>
            <a:xfrm>
              <a:off x="5935438" y="2174837"/>
              <a:ext cx="2012133" cy="822960"/>
            </a:xfrm>
            <a:prstGeom prst="rect">
              <a:avLst/>
            </a:prstGeom>
            <a:noFill/>
            <a:ln/>
          </p:spPr>
          <p:txBody>
            <a:bodyPr wrap="square" rtlCol="0" anchor="ctr"/>
            <a:lstStyle/>
            <a:p>
              <a:pPr>
                <a:lnSpc>
                  <a:spcPct val="140000"/>
                </a:lnSpc>
              </a:pPr>
              <a:r>
                <a:rPr lang="en-US" sz="1100" dirty="0">
                  <a:solidFill>
                    <a:schemeClr val="accent3"/>
                  </a:solidFill>
                </a:rPr>
                <a:t>Descriptive text supporting the main message with concise framing.</a:t>
              </a:r>
            </a:p>
          </p:txBody>
        </p:sp>
        <p:sp>
          <p:nvSpPr>
            <p:cNvPr id="24" name="Text 8">
              <a:extLst>
                <a:ext uri="{FF2B5EF4-FFF2-40B4-BE49-F238E27FC236}">
                  <a16:creationId xmlns:a16="http://schemas.microsoft.com/office/drawing/2014/main" id="{9A03C462-E89E-74E3-138C-748A512EF0B5}"/>
                </a:ext>
              </a:extLst>
            </p:cNvPr>
            <p:cNvSpPr/>
            <p:nvPr/>
          </p:nvSpPr>
          <p:spPr>
            <a:xfrm>
              <a:off x="7265894" y="3454997"/>
              <a:ext cx="800549" cy="384048"/>
            </a:xfrm>
            <a:prstGeom prst="rect">
              <a:avLst/>
            </a:prstGeom>
            <a:noFill/>
            <a:ln/>
          </p:spPr>
          <p:txBody>
            <a:bodyPr wrap="square" rtlCol="0" anchor="ctr"/>
            <a:lstStyle/>
            <a:p>
              <a:pPr algn="r"/>
              <a:r>
                <a:rPr lang="en-US" sz="2800" b="1" dirty="0">
                  <a:solidFill>
                    <a:schemeClr val="accent1"/>
                  </a:solidFill>
                </a:rPr>
                <a:t>01</a:t>
              </a:r>
              <a:endParaRPr lang="en-US" sz="2800" dirty="0">
                <a:solidFill>
                  <a:schemeClr val="accent1"/>
                </a:solidFill>
              </a:endParaRPr>
            </a:p>
          </p:txBody>
        </p:sp>
      </p:grpSp>
      <p:grpSp>
        <p:nvGrpSpPr>
          <p:cNvPr id="2" name="Groep 1">
            <a:extLst>
              <a:ext uri="{FF2B5EF4-FFF2-40B4-BE49-F238E27FC236}">
                <a16:creationId xmlns:a16="http://schemas.microsoft.com/office/drawing/2014/main" id="{8E566087-B08B-C0D0-0B98-E5BD2EFA572A}"/>
              </a:ext>
            </a:extLst>
          </p:cNvPr>
          <p:cNvGrpSpPr/>
          <p:nvPr/>
        </p:nvGrpSpPr>
        <p:grpSpPr>
          <a:xfrm>
            <a:off x="1330004" y="2372211"/>
            <a:ext cx="4138827" cy="1670872"/>
            <a:chOff x="1773339" y="3162947"/>
            <a:chExt cx="5518436" cy="2227829"/>
          </a:xfrm>
        </p:grpSpPr>
        <p:sp>
          <p:nvSpPr>
            <p:cNvPr id="26" name="Shape 17">
              <a:extLst>
                <a:ext uri="{FF2B5EF4-FFF2-40B4-BE49-F238E27FC236}">
                  <a16:creationId xmlns:a16="http://schemas.microsoft.com/office/drawing/2014/main" id="{A9FC80C5-5640-A7D3-490B-0DE5CA951A45}"/>
                </a:ext>
              </a:extLst>
            </p:cNvPr>
            <p:cNvSpPr/>
            <p:nvPr/>
          </p:nvSpPr>
          <p:spPr>
            <a:xfrm>
              <a:off x="1773339" y="3162947"/>
              <a:ext cx="5518436" cy="2227829"/>
            </a:xfrm>
            <a:prstGeom prst="rect">
              <a:avLst/>
            </a:prstGeom>
            <a:solidFill>
              <a:srgbClr val="FFFFFF"/>
            </a:solidFill>
            <a:ln/>
            <a:effectLst>
              <a:outerShdw blurRad="127000" dist="38100" dir="8100000" algn="bl" rotWithShape="0">
                <a:srgbClr val="000000">
                  <a:alpha val="12000"/>
                </a:srgbClr>
              </a:outerShdw>
            </a:effectLst>
          </p:spPr>
          <p:txBody>
            <a:bodyPr/>
            <a:lstStyle/>
            <a:p>
              <a:endParaRPr lang="en-NL" sz="1600"/>
            </a:p>
          </p:txBody>
        </p:sp>
        <p:sp>
          <p:nvSpPr>
            <p:cNvPr id="27" name="Text 18">
              <a:extLst>
                <a:ext uri="{FF2B5EF4-FFF2-40B4-BE49-F238E27FC236}">
                  <a16:creationId xmlns:a16="http://schemas.microsoft.com/office/drawing/2014/main" id="{BF1A0FC9-2DF4-7908-2835-B1BE1941300A}"/>
                </a:ext>
              </a:extLst>
            </p:cNvPr>
            <p:cNvSpPr/>
            <p:nvPr/>
          </p:nvSpPr>
          <p:spPr>
            <a:xfrm>
              <a:off x="1895260" y="3223907"/>
              <a:ext cx="4573145" cy="325605"/>
            </a:xfrm>
            <a:prstGeom prst="rect">
              <a:avLst/>
            </a:prstGeom>
            <a:noFill/>
            <a:ln/>
          </p:spPr>
          <p:txBody>
            <a:bodyPr wrap="square" rtlCol="0" anchor="ctr"/>
            <a:lstStyle/>
            <a:p>
              <a:r>
                <a:rPr lang="en-US" sz="1200" b="1" dirty="0">
                  <a:solidFill>
                    <a:schemeClr val="tx2"/>
                  </a:solidFill>
                </a:rPr>
                <a:t>Performance Benchmark</a:t>
              </a:r>
              <a:endParaRPr lang="en-US" sz="1200" dirty="0">
                <a:solidFill>
                  <a:schemeClr val="tx2"/>
                </a:solidFill>
              </a:endParaRPr>
            </a:p>
          </p:txBody>
        </p:sp>
        <p:graphicFrame>
          <p:nvGraphicFramePr>
            <p:cNvPr id="28" name="Chart 0">
              <a:extLst>
                <a:ext uri="{FF2B5EF4-FFF2-40B4-BE49-F238E27FC236}">
                  <a16:creationId xmlns:a16="http://schemas.microsoft.com/office/drawing/2014/main" id="{851674B7-664A-874B-7308-9A7543F0EDEA}"/>
                </a:ext>
              </a:extLst>
            </p:cNvPr>
            <p:cNvGraphicFramePr/>
            <p:nvPr/>
          </p:nvGraphicFramePr>
          <p:xfrm>
            <a:off x="1773339" y="3650627"/>
            <a:ext cx="5391973" cy="1548903"/>
          </p:xfrm>
          <a:graphic>
            <a:graphicData uri="http://schemas.openxmlformats.org/drawingml/2006/chart">
              <c:chart xmlns:c="http://schemas.openxmlformats.org/drawingml/2006/chart" xmlns:r="http://schemas.openxmlformats.org/officeDocument/2006/relationships" r:id="rId5"/>
            </a:graphicData>
          </a:graphic>
        </p:graphicFrame>
      </p:grpSp>
      <p:grpSp>
        <p:nvGrpSpPr>
          <p:cNvPr id="33" name="Groep 32">
            <a:extLst>
              <a:ext uri="{FF2B5EF4-FFF2-40B4-BE49-F238E27FC236}">
                <a16:creationId xmlns:a16="http://schemas.microsoft.com/office/drawing/2014/main" id="{BD160AC4-7072-41C8-8B2F-19A56B23BDD5}"/>
              </a:ext>
            </a:extLst>
          </p:cNvPr>
          <p:cNvGrpSpPr/>
          <p:nvPr/>
        </p:nvGrpSpPr>
        <p:grpSpPr>
          <a:xfrm>
            <a:off x="5615135" y="3440206"/>
            <a:ext cx="2468880" cy="1234440"/>
            <a:chOff x="5091057" y="3771900"/>
            <a:chExt cx="2468880" cy="1234440"/>
          </a:xfrm>
        </p:grpSpPr>
        <p:sp>
          <p:nvSpPr>
            <p:cNvPr id="29" name="Shape 8">
              <a:extLst>
                <a:ext uri="{FF2B5EF4-FFF2-40B4-BE49-F238E27FC236}">
                  <a16:creationId xmlns:a16="http://schemas.microsoft.com/office/drawing/2014/main" id="{C54DB25E-2DE9-E306-5692-9725A4B14C79}"/>
                </a:ext>
              </a:extLst>
            </p:cNvPr>
            <p:cNvSpPr/>
            <p:nvPr/>
          </p:nvSpPr>
          <p:spPr>
            <a:xfrm>
              <a:off x="5091057" y="3771900"/>
              <a:ext cx="2468880" cy="1234440"/>
            </a:xfrm>
            <a:prstGeom prst="rect">
              <a:avLst/>
            </a:prstGeom>
            <a:solidFill>
              <a:schemeClr val="tx2"/>
            </a:solidFill>
            <a:ln/>
            <a:effectLst>
              <a:outerShdw blurRad="127000" dist="38100" dir="8100000" algn="bl" rotWithShape="0">
                <a:srgbClr val="000000">
                  <a:alpha val="12000"/>
                </a:srgbClr>
              </a:outerShdw>
            </a:effectLst>
          </p:spPr>
          <p:txBody>
            <a:bodyPr/>
            <a:lstStyle/>
            <a:p>
              <a:endParaRPr lang="en-NL"/>
            </a:p>
          </p:txBody>
        </p:sp>
        <p:sp>
          <p:nvSpPr>
            <p:cNvPr id="30" name="Shape 9">
              <a:extLst>
                <a:ext uri="{FF2B5EF4-FFF2-40B4-BE49-F238E27FC236}">
                  <a16:creationId xmlns:a16="http://schemas.microsoft.com/office/drawing/2014/main" id="{BC1855E1-C7FF-A196-9C70-657C96877C72}"/>
                </a:ext>
              </a:extLst>
            </p:cNvPr>
            <p:cNvSpPr/>
            <p:nvPr/>
          </p:nvSpPr>
          <p:spPr>
            <a:xfrm>
              <a:off x="5091057" y="3771900"/>
              <a:ext cx="2468880" cy="36576"/>
            </a:xfrm>
            <a:prstGeom prst="rect">
              <a:avLst/>
            </a:prstGeom>
            <a:solidFill>
              <a:schemeClr val="accent1"/>
            </a:solidFill>
            <a:ln/>
          </p:spPr>
          <p:txBody>
            <a:bodyPr/>
            <a:lstStyle/>
            <a:p>
              <a:endParaRPr lang="en-NL"/>
            </a:p>
          </p:txBody>
        </p:sp>
        <p:sp>
          <p:nvSpPr>
            <p:cNvPr id="31" name="Text 10">
              <a:extLst>
                <a:ext uri="{FF2B5EF4-FFF2-40B4-BE49-F238E27FC236}">
                  <a16:creationId xmlns:a16="http://schemas.microsoft.com/office/drawing/2014/main" id="{485FC727-1542-FC5A-D93A-D453743F0167}"/>
                </a:ext>
              </a:extLst>
            </p:cNvPr>
            <p:cNvSpPr/>
            <p:nvPr/>
          </p:nvSpPr>
          <p:spPr>
            <a:xfrm>
              <a:off x="5091057" y="3881628"/>
              <a:ext cx="2468880" cy="347472"/>
            </a:xfrm>
            <a:prstGeom prst="rect">
              <a:avLst/>
            </a:prstGeom>
            <a:noFill/>
            <a:ln/>
          </p:spPr>
          <p:txBody>
            <a:bodyPr wrap="square" rtlCol="0" anchor="ctr"/>
            <a:lstStyle/>
            <a:p>
              <a:pPr algn="ctr"/>
              <a:r>
                <a:rPr lang="en-US" sz="1400" b="1" dirty="0">
                  <a:solidFill>
                    <a:schemeClr val="bg2"/>
                  </a:solidFill>
                  <a:latin typeface="Trebuchet MS" pitchFamily="34" charset="0"/>
                  <a:ea typeface="Trebuchet MS" pitchFamily="34" charset="-122"/>
                  <a:cs typeface="Trebuchet MS" pitchFamily="34" charset="-120"/>
                </a:rPr>
                <a:t>Open Standard</a:t>
              </a:r>
              <a:endParaRPr lang="en-US" sz="1400" dirty="0">
                <a:solidFill>
                  <a:schemeClr val="bg2"/>
                </a:solidFill>
              </a:endParaRPr>
            </a:p>
          </p:txBody>
        </p:sp>
        <p:sp>
          <p:nvSpPr>
            <p:cNvPr id="32" name="Text 11">
              <a:extLst>
                <a:ext uri="{FF2B5EF4-FFF2-40B4-BE49-F238E27FC236}">
                  <a16:creationId xmlns:a16="http://schemas.microsoft.com/office/drawing/2014/main" id="{D79521AA-14BB-A80A-1F69-4280A8EC1944}"/>
                </a:ext>
              </a:extLst>
            </p:cNvPr>
            <p:cNvSpPr/>
            <p:nvPr/>
          </p:nvSpPr>
          <p:spPr>
            <a:xfrm>
              <a:off x="5182497" y="4274820"/>
              <a:ext cx="2286000" cy="594360"/>
            </a:xfrm>
            <a:prstGeom prst="rect">
              <a:avLst/>
            </a:prstGeom>
            <a:noFill/>
            <a:ln/>
          </p:spPr>
          <p:txBody>
            <a:bodyPr wrap="square" rtlCol="0" anchor="ctr"/>
            <a:lstStyle/>
            <a:p>
              <a:pPr algn="ctr">
                <a:lnSpc>
                  <a:spcPct val="130000"/>
                </a:lnSpc>
              </a:pPr>
              <a:r>
                <a:rPr lang="en-US" sz="1000" dirty="0">
                  <a:solidFill>
                    <a:schemeClr val="accent3"/>
                  </a:solidFill>
                </a:rPr>
                <a:t>ACTUS compliance &amp; interoperability</a:t>
              </a:r>
            </a:p>
          </p:txBody>
        </p:sp>
      </p:grpSp>
      <p:grpSp>
        <p:nvGrpSpPr>
          <p:cNvPr id="36" name="Groep 35">
            <a:extLst>
              <a:ext uri="{FF2B5EF4-FFF2-40B4-BE49-F238E27FC236}">
                <a16:creationId xmlns:a16="http://schemas.microsoft.com/office/drawing/2014/main" id="{2E8310F2-063E-C117-0C7E-0B6193BD253F}"/>
              </a:ext>
            </a:extLst>
          </p:cNvPr>
          <p:cNvGrpSpPr/>
          <p:nvPr/>
        </p:nvGrpSpPr>
        <p:grpSpPr>
          <a:xfrm>
            <a:off x="1321719" y="4223063"/>
            <a:ext cx="3529584" cy="347472"/>
            <a:chOff x="5303520" y="3447288"/>
            <a:chExt cx="3529584" cy="347472"/>
          </a:xfrm>
        </p:grpSpPr>
        <p:sp>
          <p:nvSpPr>
            <p:cNvPr id="34" name="Shape 19">
              <a:extLst>
                <a:ext uri="{FF2B5EF4-FFF2-40B4-BE49-F238E27FC236}">
                  <a16:creationId xmlns:a16="http://schemas.microsoft.com/office/drawing/2014/main" id="{D1FF94BE-9A92-4442-DB01-0345C2A57C8D}"/>
                </a:ext>
              </a:extLst>
            </p:cNvPr>
            <p:cNvSpPr/>
            <p:nvPr/>
          </p:nvSpPr>
          <p:spPr>
            <a:xfrm>
              <a:off x="5303520" y="3474720"/>
              <a:ext cx="54864" cy="292608"/>
            </a:xfrm>
            <a:prstGeom prst="rect">
              <a:avLst/>
            </a:prstGeom>
            <a:solidFill>
              <a:schemeClr val="accent1"/>
            </a:solidFill>
            <a:ln/>
          </p:spPr>
          <p:txBody>
            <a:bodyPr/>
            <a:lstStyle/>
            <a:p>
              <a:endParaRPr lang="en-NL">
                <a:solidFill>
                  <a:schemeClr val="accent1"/>
                </a:solidFill>
              </a:endParaRPr>
            </a:p>
          </p:txBody>
        </p:sp>
        <p:sp>
          <p:nvSpPr>
            <p:cNvPr id="35" name="Text 20">
              <a:extLst>
                <a:ext uri="{FF2B5EF4-FFF2-40B4-BE49-F238E27FC236}">
                  <a16:creationId xmlns:a16="http://schemas.microsoft.com/office/drawing/2014/main" id="{E1C9EBAD-1D52-8132-E897-6AD9C700F218}"/>
                </a:ext>
              </a:extLst>
            </p:cNvPr>
            <p:cNvSpPr/>
            <p:nvPr/>
          </p:nvSpPr>
          <p:spPr>
            <a:xfrm>
              <a:off x="5449824" y="3447288"/>
              <a:ext cx="3383280" cy="347472"/>
            </a:xfrm>
            <a:prstGeom prst="rect">
              <a:avLst/>
            </a:prstGeom>
            <a:noFill/>
            <a:ln/>
          </p:spPr>
          <p:txBody>
            <a:bodyPr wrap="square" rtlCol="0" anchor="ctr"/>
            <a:lstStyle/>
            <a:p>
              <a:r>
                <a:rPr lang="en-US" sz="1100" dirty="0">
                  <a:solidFill>
                    <a:schemeClr val="tx2"/>
                  </a:solidFill>
                </a:rPr>
                <a:t>ACTUS deterministic engine ensures auditability</a:t>
              </a:r>
            </a:p>
          </p:txBody>
        </p:sp>
      </p:grpSp>
    </p:spTree>
    <p:extLst>
      <p:ext uri="{BB962C8B-B14F-4D97-AF65-F5344CB8AC3E}">
        <p14:creationId xmlns:p14="http://schemas.microsoft.com/office/powerpoint/2010/main" val="6047178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119F2EC-BC30-F1FC-432C-F5216A2F408E}"/>
              </a:ext>
            </a:extLst>
          </p:cNvPr>
          <p:cNvSpPr>
            <a:spLocks noGrp="1"/>
          </p:cNvSpPr>
          <p:nvPr>
            <p:ph type="title"/>
          </p:nvPr>
        </p:nvSpPr>
        <p:spPr/>
        <p:txBody>
          <a:bodyPr/>
          <a:lstStyle/>
          <a:p>
            <a:r>
              <a:rPr lang="en-US" dirty="0"/>
              <a:t>Table Styles</a:t>
            </a:r>
            <a:endParaRPr lang="en-NL" dirty="0"/>
          </a:p>
        </p:txBody>
      </p:sp>
      <p:sp>
        <p:nvSpPr>
          <p:cNvPr id="3" name="Tijdelijke aanduiding voor inhoud 2">
            <a:extLst>
              <a:ext uri="{FF2B5EF4-FFF2-40B4-BE49-F238E27FC236}">
                <a16:creationId xmlns:a16="http://schemas.microsoft.com/office/drawing/2014/main" id="{1E4CDC94-A83C-910E-BCC1-E527537B6B02}"/>
              </a:ext>
            </a:extLst>
          </p:cNvPr>
          <p:cNvSpPr>
            <a:spLocks noGrp="1"/>
          </p:cNvSpPr>
          <p:nvPr>
            <p:ph sz="quarter" idx="10"/>
          </p:nvPr>
        </p:nvSpPr>
        <p:spPr/>
        <p:txBody>
          <a:bodyPr/>
          <a:lstStyle/>
          <a:p>
            <a:endParaRPr lang="en-NL"/>
          </a:p>
        </p:txBody>
      </p:sp>
      <p:sp>
        <p:nvSpPr>
          <p:cNvPr id="4" name="Tijdelijke aanduiding voor tekst 3">
            <a:extLst>
              <a:ext uri="{FF2B5EF4-FFF2-40B4-BE49-F238E27FC236}">
                <a16:creationId xmlns:a16="http://schemas.microsoft.com/office/drawing/2014/main" id="{89FC8936-C2B1-D76D-0E9C-07BBCB4BD613}"/>
              </a:ext>
            </a:extLst>
          </p:cNvPr>
          <p:cNvSpPr>
            <a:spLocks noGrp="1"/>
          </p:cNvSpPr>
          <p:nvPr>
            <p:ph type="body" sz="quarter" idx="11"/>
          </p:nvPr>
        </p:nvSpPr>
        <p:spPr/>
        <p:txBody>
          <a:bodyPr/>
          <a:lstStyle/>
          <a:p>
            <a:endParaRPr lang="en-NL" dirty="0"/>
          </a:p>
        </p:txBody>
      </p:sp>
      <p:graphicFrame>
        <p:nvGraphicFramePr>
          <p:cNvPr id="5" name="Table 0">
            <a:extLst>
              <a:ext uri="{FF2B5EF4-FFF2-40B4-BE49-F238E27FC236}">
                <a16:creationId xmlns:a16="http://schemas.microsoft.com/office/drawing/2014/main" id="{4ADC3B80-2BE1-AA41-22C6-BD7E5AEB87EE}"/>
              </a:ext>
            </a:extLst>
          </p:cNvPr>
          <p:cNvGraphicFramePr>
            <a:graphicFrameLocks noGrp="1"/>
          </p:cNvGraphicFramePr>
          <p:nvPr/>
        </p:nvGraphicFramePr>
        <p:xfrm>
          <a:off x="563587" y="1312253"/>
          <a:ext cx="3858768" cy="2057400"/>
        </p:xfrm>
        <a:graphic>
          <a:graphicData uri="http://schemas.openxmlformats.org/drawingml/2006/table">
            <a:tbl>
              <a:tblPr firstRow="1" bandRow="1">
                <a:tableStyleId>{E929F9F4-4A8F-4326-A1B4-22849713DDAB}</a:tableStyleId>
              </a:tblPr>
              <a:tblGrid>
                <a:gridCol w="18288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24128">
                  <a:extLst>
                    <a:ext uri="{9D8B030D-6E8A-4147-A177-3AD203B41FA5}">
                      <a16:colId xmlns:a16="http://schemas.microsoft.com/office/drawing/2014/main" val="20002"/>
                    </a:ext>
                  </a:extLst>
                </a:gridCol>
              </a:tblGrid>
              <a:tr h="342900">
                <a:tc>
                  <a:txBody>
                    <a:bodyPr/>
                    <a:lstStyle/>
                    <a:p>
                      <a:pPr marL="0" indent="0">
                        <a:buNone/>
                      </a:pPr>
                      <a:r>
                        <a:rPr lang="en-US" sz="1000" b="1" dirty="0">
                          <a:solidFill>
                            <a:srgbClr val="FFFFFF"/>
                          </a:solidFill>
                        </a:rPr>
                        <a:t>Contract Type</a:t>
                      </a:r>
                      <a:endParaRPr lang="en-US" sz="1000" dirty="0">
                        <a:latin typeface="Trebuchet MS" charset="0"/>
                        <a:ea typeface="Trebuchet MS" charset="0"/>
                        <a:cs typeface="Trebuchet MS" charset="0"/>
                      </a:endParaRPr>
                    </a:p>
                  </a:txBody>
                  <a:tcPr anchor="ctr"/>
                </a:tc>
                <a:tc>
                  <a:txBody>
                    <a:bodyPr/>
                    <a:lstStyle/>
                    <a:p>
                      <a:pPr marL="0" indent="0" algn="ctr">
                        <a:buNone/>
                      </a:pPr>
                      <a:r>
                        <a:rPr lang="en-US" sz="1000" b="1" dirty="0">
                          <a:solidFill>
                            <a:srgbClr val="FFFFFF"/>
                          </a:solidFill>
                        </a:rPr>
                        <a:t>Volume</a:t>
                      </a:r>
                      <a:endParaRPr lang="en-US" sz="1000" dirty="0">
                        <a:latin typeface="Trebuchet MS" charset="0"/>
                        <a:ea typeface="Trebuchet MS" charset="0"/>
                        <a:cs typeface="Trebuchet MS" charset="0"/>
                      </a:endParaRPr>
                    </a:p>
                  </a:txBody>
                  <a:tcPr anchor="ctr"/>
                </a:tc>
                <a:tc>
                  <a:txBody>
                    <a:bodyPr/>
                    <a:lstStyle/>
                    <a:p>
                      <a:pPr marL="0" indent="0" algn="ctr">
                        <a:buNone/>
                      </a:pPr>
                      <a:r>
                        <a:rPr lang="en-US" sz="1000" b="1" dirty="0">
                          <a:solidFill>
                            <a:srgbClr val="FFFFFF"/>
                          </a:solidFill>
                        </a:rPr>
                        <a:t>GPU Time</a:t>
                      </a:r>
                      <a:endParaRPr lang="en-US" sz="1000" dirty="0">
                        <a:latin typeface="Trebuchet MS" charset="0"/>
                        <a:ea typeface="Trebuchet MS" charset="0"/>
                        <a:cs typeface="Trebuchet MS" charset="0"/>
                      </a:endParaRPr>
                    </a:p>
                  </a:txBody>
                  <a:tcPr anchor="ctr"/>
                </a:tc>
                <a:extLst>
                  <a:ext uri="{0D108BD9-81ED-4DB2-BD59-A6C34878D82A}">
                    <a16:rowId xmlns:a16="http://schemas.microsoft.com/office/drawing/2014/main" val="10000"/>
                  </a:ext>
                </a:extLst>
              </a:tr>
              <a:tr h="342900">
                <a:tc>
                  <a:txBody>
                    <a:bodyPr/>
                    <a:lstStyle/>
                    <a:p>
                      <a:pPr marL="0" indent="0">
                        <a:buNone/>
                      </a:pPr>
                      <a:r>
                        <a:rPr lang="en-US" sz="1000" dirty="0">
                          <a:solidFill>
                            <a:srgbClr val="2D3D4A"/>
                          </a:solidFill>
                        </a:rPr>
                        <a:t>LINS – Life Ins.</a:t>
                      </a:r>
                      <a:endParaRPr lang="en-US" sz="1000" dirty="0"/>
                    </a:p>
                  </a:txBody>
                  <a:tcPr anchor="ctr"/>
                </a:tc>
                <a:tc>
                  <a:txBody>
                    <a:bodyPr/>
                    <a:lstStyle/>
                    <a:p>
                      <a:pPr marL="0" indent="0" algn="ctr">
                        <a:buNone/>
                      </a:pPr>
                      <a:r>
                        <a:rPr lang="en-US" sz="1000" dirty="0">
                          <a:solidFill>
                            <a:srgbClr val="2D3D4A"/>
                          </a:solidFill>
                        </a:rPr>
                        <a:t>50,000</a:t>
                      </a:r>
                      <a:endParaRPr lang="en-US" sz="1000" dirty="0"/>
                    </a:p>
                  </a:txBody>
                  <a:tcPr anchor="ctr"/>
                </a:tc>
                <a:tc>
                  <a:txBody>
                    <a:bodyPr/>
                    <a:lstStyle/>
                    <a:p>
                      <a:pPr marL="0" indent="0" algn="ctr">
                        <a:buNone/>
                      </a:pPr>
                      <a:r>
                        <a:rPr lang="en-US" sz="1000" b="1" dirty="0">
                          <a:solidFill>
                            <a:srgbClr val="D4891A"/>
                          </a:solidFill>
                        </a:rPr>
                        <a:t>12ms</a:t>
                      </a:r>
                      <a:endParaRPr lang="en-US" sz="1000" dirty="0"/>
                    </a:p>
                  </a:txBody>
                  <a:tcPr anchor="ctr"/>
                </a:tc>
                <a:extLst>
                  <a:ext uri="{0D108BD9-81ED-4DB2-BD59-A6C34878D82A}">
                    <a16:rowId xmlns:a16="http://schemas.microsoft.com/office/drawing/2014/main" val="10001"/>
                  </a:ext>
                </a:extLst>
              </a:tr>
              <a:tr h="342900">
                <a:tc>
                  <a:txBody>
                    <a:bodyPr/>
                    <a:lstStyle/>
                    <a:p>
                      <a:pPr marL="0" indent="0">
                        <a:buNone/>
                      </a:pPr>
                      <a:r>
                        <a:rPr lang="en-US" sz="1000" dirty="0">
                          <a:solidFill>
                            <a:srgbClr val="2D3D4A"/>
                          </a:solidFill>
                        </a:rPr>
                        <a:t>NINS – Non-Life</a:t>
                      </a:r>
                      <a:endParaRPr lang="en-US" sz="1000" dirty="0"/>
                    </a:p>
                  </a:txBody>
                  <a:tcPr anchor="ctr"/>
                </a:tc>
                <a:tc>
                  <a:txBody>
                    <a:bodyPr/>
                    <a:lstStyle/>
                    <a:p>
                      <a:pPr marL="0" indent="0" algn="ctr">
                        <a:buNone/>
                      </a:pPr>
                      <a:r>
                        <a:rPr lang="en-US" sz="1000" dirty="0">
                          <a:solidFill>
                            <a:srgbClr val="2D3D4A"/>
                          </a:solidFill>
                        </a:rPr>
                        <a:t>200,000</a:t>
                      </a:r>
                      <a:endParaRPr lang="en-US" sz="1000" dirty="0"/>
                    </a:p>
                  </a:txBody>
                  <a:tcPr anchor="ctr"/>
                </a:tc>
                <a:tc>
                  <a:txBody>
                    <a:bodyPr/>
                    <a:lstStyle/>
                    <a:p>
                      <a:pPr marL="0" indent="0" algn="ctr">
                        <a:buNone/>
                      </a:pPr>
                      <a:r>
                        <a:rPr lang="en-US" sz="1000" b="1" dirty="0">
                          <a:solidFill>
                            <a:srgbClr val="D4891A"/>
                          </a:solidFill>
                        </a:rPr>
                        <a:t>28ms</a:t>
                      </a:r>
                      <a:endParaRPr lang="en-US" sz="1000" dirty="0"/>
                    </a:p>
                  </a:txBody>
                  <a:tcPr anchor="ctr"/>
                </a:tc>
                <a:extLst>
                  <a:ext uri="{0D108BD9-81ED-4DB2-BD59-A6C34878D82A}">
                    <a16:rowId xmlns:a16="http://schemas.microsoft.com/office/drawing/2014/main" val="10002"/>
                  </a:ext>
                </a:extLst>
              </a:tr>
              <a:tr h="342900">
                <a:tc>
                  <a:txBody>
                    <a:bodyPr/>
                    <a:lstStyle/>
                    <a:p>
                      <a:pPr marL="0" indent="0">
                        <a:buNone/>
                      </a:pPr>
                      <a:r>
                        <a:rPr lang="en-US" sz="1000" dirty="0">
                          <a:solidFill>
                            <a:srgbClr val="2D3D4A"/>
                          </a:solidFill>
                        </a:rPr>
                        <a:t>ANN+ – Annuity</a:t>
                      </a:r>
                      <a:endParaRPr lang="en-US" sz="1000" dirty="0"/>
                    </a:p>
                  </a:txBody>
                  <a:tcPr anchor="ctr"/>
                </a:tc>
                <a:tc>
                  <a:txBody>
                    <a:bodyPr/>
                    <a:lstStyle/>
                    <a:p>
                      <a:pPr marL="0" indent="0" algn="ctr">
                        <a:buNone/>
                      </a:pPr>
                      <a:r>
                        <a:rPr lang="en-US" sz="1000" dirty="0">
                          <a:solidFill>
                            <a:srgbClr val="2D3D4A"/>
                          </a:solidFill>
                        </a:rPr>
                        <a:t>1,000,000</a:t>
                      </a:r>
                      <a:endParaRPr lang="en-US" sz="1000" dirty="0"/>
                    </a:p>
                  </a:txBody>
                  <a:tcPr anchor="ctr"/>
                </a:tc>
                <a:tc>
                  <a:txBody>
                    <a:bodyPr/>
                    <a:lstStyle/>
                    <a:p>
                      <a:pPr marL="0" indent="0" algn="ctr">
                        <a:buNone/>
                      </a:pPr>
                      <a:r>
                        <a:rPr lang="en-US" sz="1000" b="1" dirty="0">
                          <a:solidFill>
                            <a:srgbClr val="D4891A"/>
                          </a:solidFill>
                        </a:rPr>
                        <a:t>51ms</a:t>
                      </a:r>
                      <a:endParaRPr lang="en-US" sz="1000" dirty="0"/>
                    </a:p>
                  </a:txBody>
                  <a:tcPr anchor="ctr"/>
                </a:tc>
                <a:extLst>
                  <a:ext uri="{0D108BD9-81ED-4DB2-BD59-A6C34878D82A}">
                    <a16:rowId xmlns:a16="http://schemas.microsoft.com/office/drawing/2014/main" val="10003"/>
                  </a:ext>
                </a:extLst>
              </a:tr>
              <a:tr h="342900">
                <a:tc>
                  <a:txBody>
                    <a:bodyPr/>
                    <a:lstStyle/>
                    <a:p>
                      <a:pPr marL="0" indent="0">
                        <a:buNone/>
                      </a:pPr>
                      <a:endParaRPr lang="en-US" sz="1000" dirty="0"/>
                    </a:p>
                  </a:txBody>
                  <a:tcPr anchor="ctr"/>
                </a:tc>
                <a:tc>
                  <a:txBody>
                    <a:bodyPr/>
                    <a:lstStyle/>
                    <a:p>
                      <a:pPr marL="0" indent="0" algn="ctr">
                        <a:buNone/>
                      </a:pPr>
                      <a:endParaRPr lang="en-US" sz="1000" dirty="0"/>
                    </a:p>
                  </a:txBody>
                  <a:tcPr anchor="ctr"/>
                </a:tc>
                <a:tc>
                  <a:txBody>
                    <a:bodyPr/>
                    <a:lstStyle/>
                    <a:p>
                      <a:pPr marL="0" indent="0" algn="ctr">
                        <a:buNone/>
                      </a:pPr>
                      <a:endParaRPr lang="en-US" sz="1000" dirty="0"/>
                    </a:p>
                  </a:txBody>
                  <a:tcPr anchor="ctr"/>
                </a:tc>
                <a:extLst>
                  <a:ext uri="{0D108BD9-81ED-4DB2-BD59-A6C34878D82A}">
                    <a16:rowId xmlns:a16="http://schemas.microsoft.com/office/drawing/2014/main" val="3994148903"/>
                  </a:ext>
                </a:extLst>
              </a:tr>
              <a:tr h="342900">
                <a:tc>
                  <a:txBody>
                    <a:bodyPr/>
                    <a:lstStyle/>
                    <a:p>
                      <a:pPr marL="0" indent="0">
                        <a:buNone/>
                      </a:pPr>
                      <a:endParaRPr lang="en-US" sz="1000" dirty="0"/>
                    </a:p>
                  </a:txBody>
                  <a:tcPr anchor="ctr"/>
                </a:tc>
                <a:tc>
                  <a:txBody>
                    <a:bodyPr/>
                    <a:lstStyle/>
                    <a:p>
                      <a:pPr marL="0" indent="0" algn="ctr">
                        <a:buNone/>
                      </a:pPr>
                      <a:endParaRPr lang="en-US" sz="1000" dirty="0"/>
                    </a:p>
                  </a:txBody>
                  <a:tcPr anchor="ctr"/>
                </a:tc>
                <a:tc>
                  <a:txBody>
                    <a:bodyPr/>
                    <a:lstStyle/>
                    <a:p>
                      <a:pPr marL="0" indent="0" algn="ctr">
                        <a:buNone/>
                      </a:pPr>
                      <a:endParaRPr lang="en-US" sz="1000" dirty="0"/>
                    </a:p>
                  </a:txBody>
                  <a:tcPr anchor="ctr"/>
                </a:tc>
                <a:extLst>
                  <a:ext uri="{0D108BD9-81ED-4DB2-BD59-A6C34878D82A}">
                    <a16:rowId xmlns:a16="http://schemas.microsoft.com/office/drawing/2014/main" val="3352695746"/>
                  </a:ext>
                </a:extLst>
              </a:tr>
            </a:tbl>
          </a:graphicData>
        </a:graphic>
      </p:graphicFrame>
      <p:grpSp>
        <p:nvGrpSpPr>
          <p:cNvPr id="13" name="Groep 12">
            <a:extLst>
              <a:ext uri="{FF2B5EF4-FFF2-40B4-BE49-F238E27FC236}">
                <a16:creationId xmlns:a16="http://schemas.microsoft.com/office/drawing/2014/main" id="{7174D2F2-399C-DE70-BDDC-87C841340963}"/>
              </a:ext>
            </a:extLst>
          </p:cNvPr>
          <p:cNvGrpSpPr/>
          <p:nvPr/>
        </p:nvGrpSpPr>
        <p:grpSpPr>
          <a:xfrm>
            <a:off x="5241664" y="1687068"/>
            <a:ext cx="2011680" cy="1417320"/>
            <a:chOff x="5241664" y="1687068"/>
            <a:chExt cx="2011680" cy="1417320"/>
          </a:xfrm>
        </p:grpSpPr>
        <p:sp>
          <p:nvSpPr>
            <p:cNvPr id="7" name="Shape 28">
              <a:extLst>
                <a:ext uri="{FF2B5EF4-FFF2-40B4-BE49-F238E27FC236}">
                  <a16:creationId xmlns:a16="http://schemas.microsoft.com/office/drawing/2014/main" id="{AEFCD3C7-0C31-3889-9EE9-2FA3716F9B42}"/>
                </a:ext>
              </a:extLst>
            </p:cNvPr>
            <p:cNvSpPr/>
            <p:nvPr/>
          </p:nvSpPr>
          <p:spPr>
            <a:xfrm>
              <a:off x="5241664" y="1687068"/>
              <a:ext cx="2011680" cy="1417320"/>
            </a:xfrm>
            <a:prstGeom prst="rect">
              <a:avLst/>
            </a:prstGeom>
            <a:solidFill>
              <a:srgbClr val="FFFFFF"/>
            </a:solidFill>
            <a:ln/>
            <a:effectLst>
              <a:outerShdw blurRad="127000" dist="38100" dir="8100000" algn="bl" rotWithShape="0">
                <a:srgbClr val="000000">
                  <a:alpha val="12000"/>
                </a:srgbClr>
              </a:outerShdw>
            </a:effectLst>
          </p:spPr>
          <p:txBody>
            <a:bodyPr/>
            <a:lstStyle/>
            <a:p>
              <a:endParaRPr lang="en-NL" sz="2000"/>
            </a:p>
          </p:txBody>
        </p:sp>
        <p:sp>
          <p:nvSpPr>
            <p:cNvPr id="8" name="Shape 29">
              <a:extLst>
                <a:ext uri="{FF2B5EF4-FFF2-40B4-BE49-F238E27FC236}">
                  <a16:creationId xmlns:a16="http://schemas.microsoft.com/office/drawing/2014/main" id="{6777B947-3A4D-A3B3-C28B-D6526D4D1AAC}"/>
                </a:ext>
              </a:extLst>
            </p:cNvPr>
            <p:cNvSpPr/>
            <p:nvPr/>
          </p:nvSpPr>
          <p:spPr>
            <a:xfrm>
              <a:off x="5241664" y="1687068"/>
              <a:ext cx="2011680" cy="36576"/>
            </a:xfrm>
            <a:prstGeom prst="rect">
              <a:avLst/>
            </a:prstGeom>
            <a:solidFill>
              <a:srgbClr val="D4891A"/>
            </a:solidFill>
            <a:ln/>
          </p:spPr>
          <p:txBody>
            <a:bodyPr/>
            <a:lstStyle/>
            <a:p>
              <a:endParaRPr lang="en-NL" sz="2000"/>
            </a:p>
          </p:txBody>
        </p:sp>
        <p:sp>
          <p:nvSpPr>
            <p:cNvPr id="9" name="Shape 30">
              <a:extLst>
                <a:ext uri="{FF2B5EF4-FFF2-40B4-BE49-F238E27FC236}">
                  <a16:creationId xmlns:a16="http://schemas.microsoft.com/office/drawing/2014/main" id="{2E186556-09F9-FD93-053D-6DDF144D26FB}"/>
                </a:ext>
              </a:extLst>
            </p:cNvPr>
            <p:cNvSpPr/>
            <p:nvPr/>
          </p:nvSpPr>
          <p:spPr>
            <a:xfrm>
              <a:off x="5973184" y="1787652"/>
              <a:ext cx="530352" cy="530352"/>
            </a:xfrm>
            <a:prstGeom prst="ellipse">
              <a:avLst/>
            </a:prstGeom>
            <a:solidFill>
              <a:srgbClr val="F5F0E8"/>
            </a:solidFill>
            <a:ln>
              <a:noFill/>
            </a:ln>
          </p:spPr>
          <p:txBody>
            <a:bodyPr/>
            <a:lstStyle/>
            <a:p>
              <a:endParaRPr lang="en-NL" sz="2000"/>
            </a:p>
          </p:txBody>
        </p:sp>
        <p:pic>
          <p:nvPicPr>
            <p:cNvPr id="10" name="Image 1" descr="preencoded.png">
              <a:extLst>
                <a:ext uri="{FF2B5EF4-FFF2-40B4-BE49-F238E27FC236}">
                  <a16:creationId xmlns:a16="http://schemas.microsoft.com/office/drawing/2014/main" id="{DF188BAD-D56D-90A6-8483-6FE10D0FF4A8}"/>
                </a:ext>
              </a:extLst>
            </p:cNvPr>
            <p:cNvPicPr>
              <a:picLocks noChangeAspect="1"/>
            </p:cNvPicPr>
            <p:nvPr/>
          </p:nvPicPr>
          <p:blipFill>
            <a:blip r:embed="rId2"/>
            <a:stretch>
              <a:fillRect/>
            </a:stretch>
          </p:blipFill>
          <p:spPr>
            <a:xfrm>
              <a:off x="6037192" y="1851660"/>
              <a:ext cx="402336" cy="402336"/>
            </a:xfrm>
            <a:prstGeom prst="rect">
              <a:avLst/>
            </a:prstGeom>
            <a:ln>
              <a:noFill/>
            </a:ln>
          </p:spPr>
        </p:pic>
        <p:sp>
          <p:nvSpPr>
            <p:cNvPr id="11" name="Text 31">
              <a:extLst>
                <a:ext uri="{FF2B5EF4-FFF2-40B4-BE49-F238E27FC236}">
                  <a16:creationId xmlns:a16="http://schemas.microsoft.com/office/drawing/2014/main" id="{CDADBDF7-F9C5-4B6A-62B4-B72E19AD6B1A}"/>
                </a:ext>
              </a:extLst>
            </p:cNvPr>
            <p:cNvSpPr/>
            <p:nvPr/>
          </p:nvSpPr>
          <p:spPr>
            <a:xfrm>
              <a:off x="5333104" y="2382012"/>
              <a:ext cx="1828800" cy="274320"/>
            </a:xfrm>
            <a:prstGeom prst="rect">
              <a:avLst/>
            </a:prstGeom>
            <a:noFill/>
            <a:ln/>
          </p:spPr>
          <p:txBody>
            <a:bodyPr wrap="square" rtlCol="0" anchor="ctr"/>
            <a:lstStyle/>
            <a:p>
              <a:pPr algn="ctr"/>
              <a:r>
                <a:rPr lang="en-US" sz="1400" b="1" dirty="0">
                  <a:solidFill>
                    <a:schemeClr val="tx2"/>
                  </a:solidFill>
                </a:rPr>
                <a:t>ACTUS Standard</a:t>
              </a:r>
              <a:endParaRPr lang="en-US" sz="1400" dirty="0">
                <a:solidFill>
                  <a:schemeClr val="tx2"/>
                </a:solidFill>
              </a:endParaRPr>
            </a:p>
          </p:txBody>
        </p:sp>
        <p:sp>
          <p:nvSpPr>
            <p:cNvPr id="12" name="Text 32">
              <a:extLst>
                <a:ext uri="{FF2B5EF4-FFF2-40B4-BE49-F238E27FC236}">
                  <a16:creationId xmlns:a16="http://schemas.microsoft.com/office/drawing/2014/main" id="{773BE3C3-3452-6F9F-8E3A-A73FC1BB589B}"/>
                </a:ext>
              </a:extLst>
            </p:cNvPr>
            <p:cNvSpPr/>
            <p:nvPr/>
          </p:nvSpPr>
          <p:spPr>
            <a:xfrm>
              <a:off x="5333104" y="2656332"/>
              <a:ext cx="1828800" cy="347472"/>
            </a:xfrm>
            <a:prstGeom prst="rect">
              <a:avLst/>
            </a:prstGeom>
            <a:noFill/>
            <a:ln/>
          </p:spPr>
          <p:txBody>
            <a:bodyPr wrap="square" rtlCol="0" anchor="ctr"/>
            <a:lstStyle/>
            <a:p>
              <a:pPr algn="ctr">
                <a:lnSpc>
                  <a:spcPct val="125000"/>
                </a:lnSpc>
              </a:pPr>
              <a:r>
                <a:rPr lang="en-US" sz="1000" dirty="0">
                  <a:solidFill>
                    <a:schemeClr val="accent3"/>
                  </a:solidFill>
                </a:rPr>
                <a:t>32 deterministic contract type algorithms</a:t>
              </a:r>
            </a:p>
          </p:txBody>
        </p:sp>
      </p:grpSp>
      <p:grpSp>
        <p:nvGrpSpPr>
          <p:cNvPr id="18" name="Groep 17">
            <a:extLst>
              <a:ext uri="{FF2B5EF4-FFF2-40B4-BE49-F238E27FC236}">
                <a16:creationId xmlns:a16="http://schemas.microsoft.com/office/drawing/2014/main" id="{CDED5A93-3F8A-9180-6667-F68832E32EC4}"/>
              </a:ext>
            </a:extLst>
          </p:cNvPr>
          <p:cNvGrpSpPr/>
          <p:nvPr/>
        </p:nvGrpSpPr>
        <p:grpSpPr>
          <a:xfrm>
            <a:off x="790957" y="3799678"/>
            <a:ext cx="7371409" cy="320040"/>
            <a:chOff x="320040" y="4096512"/>
            <a:chExt cx="7371409" cy="320040"/>
          </a:xfrm>
        </p:grpSpPr>
        <p:sp>
          <p:nvSpPr>
            <p:cNvPr id="14" name="Text 39">
              <a:extLst>
                <a:ext uri="{FF2B5EF4-FFF2-40B4-BE49-F238E27FC236}">
                  <a16:creationId xmlns:a16="http://schemas.microsoft.com/office/drawing/2014/main" id="{D352C155-301C-0A30-5753-80DAEAF2960D}"/>
                </a:ext>
              </a:extLst>
            </p:cNvPr>
            <p:cNvSpPr/>
            <p:nvPr/>
          </p:nvSpPr>
          <p:spPr>
            <a:xfrm>
              <a:off x="320040" y="4096512"/>
              <a:ext cx="1645920" cy="320040"/>
            </a:xfrm>
            <a:prstGeom prst="rect">
              <a:avLst/>
            </a:prstGeom>
            <a:noFill/>
            <a:ln/>
          </p:spPr>
          <p:txBody>
            <a:bodyPr wrap="square" rtlCol="0" anchor="ctr"/>
            <a:lstStyle/>
            <a:p>
              <a:pPr algn="r"/>
              <a:r>
                <a:rPr lang="en-US" sz="1100" dirty="0">
                  <a:solidFill>
                    <a:srgbClr val="1C2B39"/>
                  </a:solidFill>
                </a:rPr>
                <a:t>CPU sequential</a:t>
              </a:r>
              <a:endParaRPr lang="en-US" sz="1100" dirty="0"/>
            </a:p>
          </p:txBody>
        </p:sp>
        <p:sp>
          <p:nvSpPr>
            <p:cNvPr id="15" name="Shape 40">
              <a:extLst>
                <a:ext uri="{FF2B5EF4-FFF2-40B4-BE49-F238E27FC236}">
                  <a16:creationId xmlns:a16="http://schemas.microsoft.com/office/drawing/2014/main" id="{D201031A-64CC-9F5B-80D1-A1CBAD4B7862}"/>
                </a:ext>
              </a:extLst>
            </p:cNvPr>
            <p:cNvSpPr/>
            <p:nvPr/>
          </p:nvSpPr>
          <p:spPr>
            <a:xfrm>
              <a:off x="2011680" y="4169664"/>
              <a:ext cx="5029200" cy="201168"/>
            </a:xfrm>
            <a:prstGeom prst="rect">
              <a:avLst/>
            </a:prstGeom>
            <a:solidFill>
              <a:srgbClr val="F5F0E8"/>
            </a:solidFill>
            <a:ln/>
          </p:spPr>
          <p:txBody>
            <a:bodyPr/>
            <a:lstStyle/>
            <a:p>
              <a:endParaRPr lang="en-NL"/>
            </a:p>
          </p:txBody>
        </p:sp>
        <p:sp>
          <p:nvSpPr>
            <p:cNvPr id="16" name="Shape 41">
              <a:extLst>
                <a:ext uri="{FF2B5EF4-FFF2-40B4-BE49-F238E27FC236}">
                  <a16:creationId xmlns:a16="http://schemas.microsoft.com/office/drawing/2014/main" id="{FC4E85AA-FD94-7959-C177-29CFBCF041AA}"/>
                </a:ext>
              </a:extLst>
            </p:cNvPr>
            <p:cNvSpPr/>
            <p:nvPr/>
          </p:nvSpPr>
          <p:spPr>
            <a:xfrm>
              <a:off x="2011679" y="4169664"/>
              <a:ext cx="3653746" cy="201168"/>
            </a:xfrm>
            <a:prstGeom prst="rect">
              <a:avLst/>
            </a:prstGeom>
            <a:solidFill>
              <a:srgbClr val="8FAAB8"/>
            </a:solidFill>
            <a:ln/>
          </p:spPr>
          <p:txBody>
            <a:bodyPr/>
            <a:lstStyle/>
            <a:p>
              <a:endParaRPr lang="en-NL"/>
            </a:p>
          </p:txBody>
        </p:sp>
        <p:sp>
          <p:nvSpPr>
            <p:cNvPr id="17" name="Text 42">
              <a:extLst>
                <a:ext uri="{FF2B5EF4-FFF2-40B4-BE49-F238E27FC236}">
                  <a16:creationId xmlns:a16="http://schemas.microsoft.com/office/drawing/2014/main" id="{7BE2A2CF-6503-6D01-354B-016CACF79A25}"/>
                </a:ext>
              </a:extLst>
            </p:cNvPr>
            <p:cNvSpPr/>
            <p:nvPr/>
          </p:nvSpPr>
          <p:spPr>
            <a:xfrm>
              <a:off x="7150608" y="4096512"/>
              <a:ext cx="540841" cy="320040"/>
            </a:xfrm>
            <a:prstGeom prst="rect">
              <a:avLst/>
            </a:prstGeom>
            <a:noFill/>
            <a:ln/>
          </p:spPr>
          <p:txBody>
            <a:bodyPr wrap="square" rtlCol="0" anchor="ctr"/>
            <a:lstStyle/>
            <a:p>
              <a:r>
                <a:rPr lang="en-US" sz="1100" b="1" dirty="0">
                  <a:solidFill>
                    <a:srgbClr val="8FAAB8"/>
                  </a:solidFill>
                </a:rPr>
                <a:t>80%</a:t>
              </a:r>
              <a:endParaRPr lang="en-US" sz="1100" dirty="0"/>
            </a:p>
          </p:txBody>
        </p:sp>
      </p:grpSp>
    </p:spTree>
    <p:extLst>
      <p:ext uri="{BB962C8B-B14F-4D97-AF65-F5344CB8AC3E}">
        <p14:creationId xmlns:p14="http://schemas.microsoft.com/office/powerpoint/2010/main" val="101976393"/>
      </p:ext>
    </p:extLst>
  </p:cSld>
  <p:clrMapOvr>
    <a:masterClrMapping/>
  </p:clrMapOvr>
</p:sld>
</file>

<file path=ppt/theme/theme1.xml><?xml version="1.0" encoding="utf-8"?>
<a:theme xmlns:a="http://schemas.openxmlformats.org/drawingml/2006/main" name="Actus-Insurance-Beige">
  <a:themeElements>
    <a:clrScheme name="Actus-i gold">
      <a:dk1>
        <a:srgbClr val="1C2B39"/>
      </a:dk1>
      <a:lt1>
        <a:sysClr val="window" lastClr="FFFFFF"/>
      </a:lt1>
      <a:dk2>
        <a:srgbClr val="243344"/>
      </a:dk2>
      <a:lt2>
        <a:srgbClr val="F5F0E8"/>
      </a:lt2>
      <a:accent1>
        <a:srgbClr val="D4891A"/>
      </a:accent1>
      <a:accent2>
        <a:srgbClr val="E8C44A"/>
      </a:accent2>
      <a:accent3>
        <a:srgbClr val="8FAAB8"/>
      </a:accent3>
      <a:accent4>
        <a:srgbClr val="F5F0E8"/>
      </a:accent4>
      <a:accent5>
        <a:srgbClr val="F5F0E8"/>
      </a:accent5>
      <a:accent6>
        <a:srgbClr val="F5F0E8"/>
      </a:accent6>
      <a:hlink>
        <a:srgbClr val="F5F0E8"/>
      </a:hlink>
      <a:folHlink>
        <a:srgbClr val="F5F0E8"/>
      </a:folHlink>
    </a:clrScheme>
    <a:fontScheme name="Actus-I">
      <a:majorFont>
        <a:latin typeface="Aptos Black"/>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ctus-Insurance-White">
  <a:themeElements>
    <a:clrScheme name="Actus-i gold">
      <a:dk1>
        <a:srgbClr val="1C2B39"/>
      </a:dk1>
      <a:lt1>
        <a:sysClr val="window" lastClr="FFFFFF"/>
      </a:lt1>
      <a:dk2>
        <a:srgbClr val="243344"/>
      </a:dk2>
      <a:lt2>
        <a:srgbClr val="F5F0E8"/>
      </a:lt2>
      <a:accent1>
        <a:srgbClr val="D4891A"/>
      </a:accent1>
      <a:accent2>
        <a:srgbClr val="E8C44A"/>
      </a:accent2>
      <a:accent3>
        <a:srgbClr val="8FAAB8"/>
      </a:accent3>
      <a:accent4>
        <a:srgbClr val="F5F0E8"/>
      </a:accent4>
      <a:accent5>
        <a:srgbClr val="F5F0E8"/>
      </a:accent5>
      <a:accent6>
        <a:srgbClr val="F5F0E8"/>
      </a:accent6>
      <a:hlink>
        <a:srgbClr val="F5F0E8"/>
      </a:hlink>
      <a:folHlink>
        <a:srgbClr val="F5F0E8"/>
      </a:folHlink>
    </a:clrScheme>
    <a:fontScheme name="Actus-I">
      <a:majorFont>
        <a:latin typeface="Aptos Black"/>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Actus-Insurance">
  <a:themeElements>
    <a:clrScheme name="Actus-i gold">
      <a:dk1>
        <a:srgbClr val="1C2B39"/>
      </a:dk1>
      <a:lt1>
        <a:sysClr val="window" lastClr="FFFFFF"/>
      </a:lt1>
      <a:dk2>
        <a:srgbClr val="243344"/>
      </a:dk2>
      <a:lt2>
        <a:srgbClr val="F5F0E8"/>
      </a:lt2>
      <a:accent1>
        <a:srgbClr val="D4891A"/>
      </a:accent1>
      <a:accent2>
        <a:srgbClr val="E8C44A"/>
      </a:accent2>
      <a:accent3>
        <a:srgbClr val="8FAAB8"/>
      </a:accent3>
      <a:accent4>
        <a:srgbClr val="F5F0E8"/>
      </a:accent4>
      <a:accent5>
        <a:srgbClr val="F5F0E8"/>
      </a:accent5>
      <a:accent6>
        <a:srgbClr val="F5F0E8"/>
      </a:accent6>
      <a:hlink>
        <a:srgbClr val="F5F0E8"/>
      </a:hlink>
      <a:folHlink>
        <a:srgbClr val="F5F0E8"/>
      </a:folHlink>
    </a:clrScheme>
    <a:fontScheme name="Actus-I">
      <a:majorFont>
        <a:latin typeface="Aptos Black"/>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tus-Insurance" id="{58C770FC-4AA7-4F82-9E52-25027D008F8A}" vid="{91095B9F-B46C-4841-B456-4D085A961FFB}"/>
    </a:ext>
  </a:extLst>
</a:theme>
</file>

<file path=ppt/theme/theme4.xml><?xml version="1.0" encoding="utf-8"?>
<a:theme xmlns:a="http://schemas.openxmlformats.org/drawingml/2006/main" name="1_Actus-Insurance-Beige">
  <a:themeElements>
    <a:clrScheme name="Actus-i gold">
      <a:dk1>
        <a:srgbClr val="1C2B39"/>
      </a:dk1>
      <a:lt1>
        <a:sysClr val="window" lastClr="FFFFFF"/>
      </a:lt1>
      <a:dk2>
        <a:srgbClr val="243344"/>
      </a:dk2>
      <a:lt2>
        <a:srgbClr val="F5F0E8"/>
      </a:lt2>
      <a:accent1>
        <a:srgbClr val="D4891A"/>
      </a:accent1>
      <a:accent2>
        <a:srgbClr val="E8C44A"/>
      </a:accent2>
      <a:accent3>
        <a:srgbClr val="8FAAB8"/>
      </a:accent3>
      <a:accent4>
        <a:srgbClr val="F5F0E8"/>
      </a:accent4>
      <a:accent5>
        <a:srgbClr val="F5F0E8"/>
      </a:accent5>
      <a:accent6>
        <a:srgbClr val="F5F0E8"/>
      </a:accent6>
      <a:hlink>
        <a:srgbClr val="F5F0E8"/>
      </a:hlink>
      <a:folHlink>
        <a:srgbClr val="F5F0E8"/>
      </a:folHlink>
    </a:clrScheme>
    <a:fontScheme name="Actus-I">
      <a:majorFont>
        <a:latin typeface="Aptos Black"/>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Actus-Insurance-White">
  <a:themeElements>
    <a:clrScheme name="Actus-i gold">
      <a:dk1>
        <a:srgbClr val="1C2B39"/>
      </a:dk1>
      <a:lt1>
        <a:sysClr val="window" lastClr="FFFFFF"/>
      </a:lt1>
      <a:dk2>
        <a:srgbClr val="243344"/>
      </a:dk2>
      <a:lt2>
        <a:srgbClr val="F5F0E8"/>
      </a:lt2>
      <a:accent1>
        <a:srgbClr val="D4891A"/>
      </a:accent1>
      <a:accent2>
        <a:srgbClr val="E8C44A"/>
      </a:accent2>
      <a:accent3>
        <a:srgbClr val="8FAAB8"/>
      </a:accent3>
      <a:accent4>
        <a:srgbClr val="F5F0E8"/>
      </a:accent4>
      <a:accent5>
        <a:srgbClr val="F5F0E8"/>
      </a:accent5>
      <a:accent6>
        <a:srgbClr val="F5F0E8"/>
      </a:accent6>
      <a:hlink>
        <a:srgbClr val="F5F0E8"/>
      </a:hlink>
      <a:folHlink>
        <a:srgbClr val="F5F0E8"/>
      </a:folHlink>
    </a:clrScheme>
    <a:fontScheme name="Actus-I">
      <a:majorFont>
        <a:latin typeface="Aptos Black"/>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Actus-Insurance</Template>
  <TotalTime>74</TotalTime>
  <Words>1033</Words>
  <Application>Microsoft Office PowerPoint</Application>
  <PresentationFormat>Diavoorstelling (16:9)</PresentationFormat>
  <Paragraphs>178</Paragraphs>
  <Slides>13</Slides>
  <Notes>4</Notes>
  <HiddenSlides>5</HiddenSlides>
  <MMClips>0</MMClips>
  <ScaleCrop>false</ScaleCrop>
  <HeadingPairs>
    <vt:vector size="6" baseType="variant">
      <vt:variant>
        <vt:lpstr>Gebruikte lettertypen</vt:lpstr>
      </vt:variant>
      <vt:variant>
        <vt:i4>5</vt:i4>
      </vt:variant>
      <vt:variant>
        <vt:lpstr>Thema</vt:lpstr>
      </vt:variant>
      <vt:variant>
        <vt:i4>5</vt:i4>
      </vt:variant>
      <vt:variant>
        <vt:lpstr>Diatitels</vt:lpstr>
      </vt:variant>
      <vt:variant>
        <vt:i4>13</vt:i4>
      </vt:variant>
    </vt:vector>
  </HeadingPairs>
  <TitlesOfParts>
    <vt:vector size="23" baseType="lpstr">
      <vt:lpstr>13</vt:lpstr>
      <vt:lpstr>Aptos</vt:lpstr>
      <vt:lpstr>Aptos Black</vt:lpstr>
      <vt:lpstr>Arial</vt:lpstr>
      <vt:lpstr>Trebuchet MS</vt:lpstr>
      <vt:lpstr>Actus-Insurance-Beige</vt:lpstr>
      <vt:lpstr>Actus-Insurance-White</vt:lpstr>
      <vt:lpstr>Actus-Insurance</vt:lpstr>
      <vt:lpstr>1_Actus-Insurance-Beige</vt:lpstr>
      <vt:lpstr>1_Actus-Insurance-White</vt:lpstr>
      <vt:lpstr>Run large portfolio’s on gpu</vt:lpstr>
      <vt:lpstr>Agenda</vt:lpstr>
      <vt:lpstr>Summary</vt:lpstr>
      <vt:lpstr>GPU -CPU</vt:lpstr>
      <vt:lpstr>Why change the implementation?</vt:lpstr>
      <vt:lpstr>Platform choice</vt:lpstr>
      <vt:lpstr>Timeline</vt:lpstr>
      <vt:lpstr>PowerPoint-presentatie</vt:lpstr>
      <vt:lpstr>PowerPoint-presentatie</vt:lpstr>
      <vt:lpstr>PowerPoint-presentatie</vt:lpstr>
      <vt:lpstr>PowerPoint-presentatie</vt:lpstr>
      <vt:lpstr>STYLE ELEMENTS</vt:lpstr>
      <vt:lpstr>Table Styles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Frans van Ek</dc:creator>
  <cp:lastModifiedBy>Frans van Ek</cp:lastModifiedBy>
  <cp:revision>1</cp:revision>
  <dcterms:created xsi:type="dcterms:W3CDTF">2026-03-09T18:43:52Z</dcterms:created>
  <dcterms:modified xsi:type="dcterms:W3CDTF">2026-03-09T19:59:54Z</dcterms:modified>
</cp:coreProperties>
</file>